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  <p:sldMasterId id="2147483653" r:id="rId3"/>
    <p:sldMasterId id="2147483658" r:id="rId4"/>
  </p:sldMasterIdLst>
  <p:notesMasterIdLst>
    <p:notesMasterId r:id="rId28"/>
  </p:notesMasterIdLst>
  <p:sldIdLst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551F"/>
    <a:srgbClr val="1F3484"/>
    <a:srgbClr val="253988"/>
    <a:srgbClr val="94262A"/>
    <a:srgbClr val="E7EEEF"/>
    <a:srgbClr val="4A66AC"/>
    <a:srgbClr val="4472C4"/>
    <a:srgbClr val="9CACD4"/>
    <a:srgbClr val="CB6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20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FC0A6-F8CB-4BFF-93BD-B5442D8386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9B698-2AAB-4B55-B477-BE788D51A5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86180/Downloads/af401e9aa1d2ede32e5bac0ea76d5d359519343d5066-OJ3PmG_fw1200.pngaf401e9aa1d2ede32e5bac0ea76d5d359519343d5066-OJ3PmG_fw1200"/>
          <p:cNvPicPr>
            <a:picLocks noChangeAspect="1"/>
          </p:cNvPicPr>
          <p:nvPr userDrawn="1"/>
        </p:nvPicPr>
        <p:blipFill>
          <a:blip r:embed="rId2"/>
          <a:srcRect t="31636" b="31636"/>
          <a:stretch>
            <a:fillRect/>
          </a:stretch>
        </p:blipFill>
        <p:spPr>
          <a:xfrm>
            <a:off x="4253865" y="73025"/>
            <a:ext cx="3684270" cy="1353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86180/Downloads/af401e9aa1d2ede32e5bac0ea76d5d359519343d5066-OJ3PmG_fw1200.pngaf401e9aa1d2ede32e5bac0ea76d5d359519343d5066-OJ3PmG_fw1200"/>
          <p:cNvPicPr>
            <a:picLocks noChangeAspect="1"/>
          </p:cNvPicPr>
          <p:nvPr userDrawn="1"/>
        </p:nvPicPr>
        <p:blipFill>
          <a:blip r:embed="rId2"/>
          <a:srcRect t="31642" b="31642"/>
          <a:stretch>
            <a:fillRect/>
          </a:stretch>
        </p:blipFill>
        <p:spPr>
          <a:xfrm>
            <a:off x="2540" y="40640"/>
            <a:ext cx="2967990" cy="10902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241341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4253" y="647162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1747500" y="6413500"/>
            <a:ext cx="444500" cy="44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C:/Users/86180/Downloads/ece5f6a8c6267ecd88ae9b9f7983679ed16e38a548502-q3FTtZ_fw1200.pngece5f6a8c6267ecd88ae9b9f7983679ed16e38a548502-q3FTtZ_fw1200"/>
          <p:cNvPicPr/>
          <p:nvPr userDrawn="1"/>
        </p:nvPicPr>
        <p:blipFill>
          <a:blip r:embed="rId2"/>
          <a:srcRect t="1149" b="1149"/>
          <a:stretch>
            <a:fillRect/>
          </a:stretch>
        </p:blipFill>
        <p:spPr>
          <a:xfrm>
            <a:off x="598805" y="172720"/>
            <a:ext cx="1216660" cy="12331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E297-474B-4A86-A7C8-228BCE0B5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77DEB-90F5-4A8C-8837-7104AE75A0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86180/Downloads/af401e9aa1d2ede32e5bac0ea76d5d359519343d5066-OJ3PmG_fw1200.pngaf401e9aa1d2ede32e5bac0ea76d5d359519343d5066-OJ3PmG_fw1200"/>
          <p:cNvPicPr>
            <a:picLocks noChangeAspect="1"/>
          </p:cNvPicPr>
          <p:nvPr userDrawn="1"/>
        </p:nvPicPr>
        <p:blipFill>
          <a:blip r:embed="rId2"/>
          <a:srcRect t="31636" b="31636"/>
          <a:stretch>
            <a:fillRect/>
          </a:stretch>
        </p:blipFill>
        <p:spPr>
          <a:xfrm>
            <a:off x="4253865" y="73025"/>
            <a:ext cx="3684270" cy="1353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86180/Downloads/af401e9aa1d2ede32e5bac0ea76d5d359519343d5066-OJ3PmG_fw1200.pngaf401e9aa1d2ede32e5bac0ea76d5d359519343d5066-OJ3PmG_fw1200"/>
          <p:cNvPicPr>
            <a:picLocks noChangeAspect="1"/>
          </p:cNvPicPr>
          <p:nvPr userDrawn="1"/>
        </p:nvPicPr>
        <p:blipFill>
          <a:blip r:embed="rId2"/>
          <a:srcRect t="31642" b="31642"/>
          <a:stretch>
            <a:fillRect/>
          </a:stretch>
        </p:blipFill>
        <p:spPr>
          <a:xfrm>
            <a:off x="2540" y="40640"/>
            <a:ext cx="2967990" cy="10902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241341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4253" y="647162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1747500" y="6413500"/>
            <a:ext cx="444500" cy="44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C:/Users/86180/Downloads/ece5f6a8c6267ecd88ae9b9f7983679ed16e38a548502-q3FTtZ_fw1200.pngece5f6a8c6267ecd88ae9b9f7983679ed16e38a548502-q3FTtZ_fw1200"/>
          <p:cNvPicPr/>
          <p:nvPr userDrawn="1"/>
        </p:nvPicPr>
        <p:blipFill>
          <a:blip r:embed="rId2"/>
          <a:srcRect t="1149" b="1149"/>
          <a:stretch>
            <a:fillRect/>
          </a:stretch>
        </p:blipFill>
        <p:spPr>
          <a:xfrm>
            <a:off x="598805" y="172720"/>
            <a:ext cx="1216660" cy="12331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E297-474B-4A86-A7C8-228BCE0B5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77DEB-90F5-4A8C-8837-7104AE75A0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86180/Downloads/af401e9aa1d2ede32e5bac0ea76d5d359519343d5066-OJ3PmG_fw1200.pngaf401e9aa1d2ede32e5bac0ea76d5d359519343d5066-OJ3PmG_fw1200"/>
          <p:cNvPicPr>
            <a:picLocks noChangeAspect="1"/>
          </p:cNvPicPr>
          <p:nvPr userDrawn="1"/>
        </p:nvPicPr>
        <p:blipFill>
          <a:blip r:embed="rId2"/>
          <a:srcRect t="31636" b="31636"/>
          <a:stretch>
            <a:fillRect/>
          </a:stretch>
        </p:blipFill>
        <p:spPr>
          <a:xfrm>
            <a:off x="4253865" y="73025"/>
            <a:ext cx="3684270" cy="1353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86180/Downloads/af401e9aa1d2ede32e5bac0ea76d5d359519343d5066-OJ3PmG_fw1200.pngaf401e9aa1d2ede32e5bac0ea76d5d359519343d5066-OJ3PmG_fw1200"/>
          <p:cNvPicPr>
            <a:picLocks noChangeAspect="1"/>
          </p:cNvPicPr>
          <p:nvPr userDrawn="1"/>
        </p:nvPicPr>
        <p:blipFill>
          <a:blip r:embed="rId2"/>
          <a:srcRect t="31642" b="31642"/>
          <a:stretch>
            <a:fillRect/>
          </a:stretch>
        </p:blipFill>
        <p:spPr>
          <a:xfrm>
            <a:off x="2540" y="40640"/>
            <a:ext cx="2967990" cy="10902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241341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4253" y="647162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1747500" y="6413500"/>
            <a:ext cx="444500" cy="44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C:/Users/86180/Downloads/ece5f6a8c6267ecd88ae9b9f7983679ed16e38a548502-q3FTtZ_fw1200.pngece5f6a8c6267ecd88ae9b9f7983679ed16e38a548502-q3FTtZ_fw1200"/>
          <p:cNvPicPr/>
          <p:nvPr userDrawn="1"/>
        </p:nvPicPr>
        <p:blipFill>
          <a:blip r:embed="rId2"/>
          <a:srcRect t="1149" b="1149"/>
          <a:stretch>
            <a:fillRect/>
          </a:stretch>
        </p:blipFill>
        <p:spPr>
          <a:xfrm>
            <a:off x="598805" y="172720"/>
            <a:ext cx="1216660" cy="12331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E297-474B-4A86-A7C8-228BCE0B5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77DEB-90F5-4A8C-8837-7104AE75A0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0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../media/image4.png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4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5.jpeg"/><Relationship Id="rId2" Type="http://schemas.openxmlformats.org/officeDocument/2006/relationships/tags" Target="../tags/tag47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image" Target="../media/image6.png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85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03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11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tags" Target="../tags/tag12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image" Target="../media/image12.jpeg"/><Relationship Id="rId7" Type="http://schemas.openxmlformats.org/officeDocument/2006/relationships/tags" Target="../tags/tag144.xml"/><Relationship Id="rId6" Type="http://schemas.openxmlformats.org/officeDocument/2006/relationships/image" Target="../media/image11.jpeg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155.xml"/><Relationship Id="rId2" Type="http://schemas.openxmlformats.org/officeDocument/2006/relationships/tags" Target="../tags/tag140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image" Target="../media/image13.png"/><Relationship Id="rId1" Type="http://schemas.openxmlformats.org/officeDocument/2006/relationships/tags" Target="../tags/tag13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6" Type="http://schemas.openxmlformats.org/officeDocument/2006/relationships/slideLayout" Target="../slideLayouts/slideLayout11.xml"/><Relationship Id="rId25" Type="http://schemas.openxmlformats.org/officeDocument/2006/relationships/tags" Target="../tags/tag178.xml"/><Relationship Id="rId24" Type="http://schemas.openxmlformats.org/officeDocument/2006/relationships/tags" Target="../tags/tag177.xml"/><Relationship Id="rId23" Type="http://schemas.openxmlformats.org/officeDocument/2006/relationships/image" Target="../media/image15.png"/><Relationship Id="rId22" Type="http://schemas.openxmlformats.org/officeDocument/2006/relationships/tags" Target="../tags/tag176.xml"/><Relationship Id="rId21" Type="http://schemas.openxmlformats.org/officeDocument/2006/relationships/image" Target="../media/image14.png"/><Relationship Id="rId20" Type="http://schemas.openxmlformats.org/officeDocument/2006/relationships/tags" Target="../tags/tag175.xml"/><Relationship Id="rId2" Type="http://schemas.openxmlformats.org/officeDocument/2006/relationships/tags" Target="../tags/tag157.xml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tags" Target="../tags/tag18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19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6015"/>
            <a:ext cx="12192000" cy="2467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1984028" y="2499875"/>
            <a:ext cx="82816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sz="4800" b="1" spc="300" dirty="0">
                <a:solidFill>
                  <a:schemeClr val="bg1"/>
                </a:solidFill>
                <a:latin typeface="+mj-ea"/>
                <a:ea typeface="+mj-ea"/>
              </a:rPr>
              <a:t>保研夏令营</a:t>
            </a:r>
            <a:r>
              <a:rPr lang="en-US" altLang="zh-CN" sz="4800" b="1" spc="300" dirty="0">
                <a:solidFill>
                  <a:schemeClr val="bg1"/>
                </a:solidFill>
                <a:latin typeface="+mj-ea"/>
                <a:ea typeface="+mj-ea"/>
              </a:rPr>
              <a:t>/</a:t>
            </a:r>
            <a:r>
              <a:rPr lang="zh-CN" altLang="en-US" sz="4800" b="1" spc="300" dirty="0">
                <a:solidFill>
                  <a:schemeClr val="bg1"/>
                </a:solidFill>
                <a:latin typeface="+mj-ea"/>
                <a:ea typeface="+mj-ea"/>
              </a:rPr>
              <a:t>预推免自我介绍</a:t>
            </a:r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723639" y="3311070"/>
            <a:ext cx="8744721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spc="300" dirty="0">
                <a:solidFill>
                  <a:schemeClr val="bg1"/>
                </a:solidFill>
                <a:cs typeface="+mn-ea"/>
                <a:sym typeface="+mn-lt"/>
              </a:rPr>
              <a:t>Self-introduction for graduate school recommendation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14" name="组合 213"/>
          <p:cNvGrpSpPr/>
          <p:nvPr/>
        </p:nvGrpSpPr>
        <p:grpSpPr>
          <a:xfrm>
            <a:off x="114300" y="101600"/>
            <a:ext cx="702189" cy="702189"/>
            <a:chOff x="114300" y="101600"/>
            <a:chExt cx="702189" cy="702189"/>
          </a:xfrm>
        </p:grpSpPr>
        <p:sp>
          <p:nvSpPr>
            <p:cNvPr id="106" name="任意多边形: 形状 105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11379200" y="6045200"/>
            <a:ext cx="702189" cy="702189"/>
            <a:chOff x="11315700" y="6032500"/>
            <a:chExt cx="702189" cy="702189"/>
          </a:xfrm>
        </p:grpSpPr>
        <p:sp>
          <p:nvSpPr>
            <p:cNvPr id="188" name="任意多边形: 形状 187"/>
            <p:cNvSpPr/>
            <p:nvPr/>
          </p:nvSpPr>
          <p:spPr>
            <a:xfrm>
              <a:off x="11326678" y="60434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11472037" y="60359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11621433" y="60325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/>
            <p:cNvSpPr/>
            <p:nvPr/>
          </p:nvSpPr>
          <p:spPr>
            <a:xfrm>
              <a:off x="11776886" y="60350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11937387" y="60428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11319107" y="61888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11461816" y="61786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11609068" y="61730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11766666" y="61777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11929690" y="61879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11315700" y="63382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11456264" y="63258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11600235" y="63170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11761240" y="63251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11926283" y="63373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11318225" y="64936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11460933" y="64833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11608310" y="64780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11765908" y="64827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11928806" y="64928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11325921" y="66541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11471153" y="66464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11620550" y="66430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11776004" y="66456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11936504" y="66533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83130" y="5307481"/>
            <a:ext cx="360000" cy="287408"/>
            <a:chOff x="4917862" y="5909557"/>
            <a:chExt cx="754276" cy="602180"/>
          </a:xfrm>
          <a:solidFill>
            <a:schemeClr val="accent1"/>
          </a:solidFill>
        </p:grpSpPr>
        <p:sp>
          <p:nvSpPr>
            <p:cNvPr id="3" name="图形 10"/>
            <p:cNvSpPr/>
            <p:nvPr/>
          </p:nvSpPr>
          <p:spPr>
            <a:xfrm>
              <a:off x="4917862" y="5995939"/>
              <a:ext cx="754276" cy="51579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357188" h="251156">
                  <a:moveTo>
                    <a:pt x="351563" y="251156"/>
                  </a:moveTo>
                  <a:lnTo>
                    <a:pt x="5625" y="251156"/>
                  </a:lnTo>
                  <a:cubicBezTo>
                    <a:pt x="2531" y="251156"/>
                    <a:pt x="0" y="248625"/>
                    <a:pt x="0" y="245531"/>
                  </a:cubicBezTo>
                  <a:lnTo>
                    <a:pt x="0" y="5625"/>
                  </a:lnTo>
                  <a:cubicBezTo>
                    <a:pt x="0" y="2531"/>
                    <a:pt x="2531" y="0"/>
                    <a:pt x="5625" y="0"/>
                  </a:cubicBezTo>
                  <a:lnTo>
                    <a:pt x="34031" y="0"/>
                  </a:lnTo>
                  <a:cubicBezTo>
                    <a:pt x="37125" y="0"/>
                    <a:pt x="39656" y="2531"/>
                    <a:pt x="39656" y="5625"/>
                  </a:cubicBezTo>
                  <a:cubicBezTo>
                    <a:pt x="39656" y="8719"/>
                    <a:pt x="37125" y="11250"/>
                    <a:pt x="34031" y="11250"/>
                  </a:cubicBezTo>
                  <a:lnTo>
                    <a:pt x="11250" y="11250"/>
                  </a:lnTo>
                  <a:lnTo>
                    <a:pt x="11250" y="239906"/>
                  </a:lnTo>
                  <a:lnTo>
                    <a:pt x="345938" y="239906"/>
                  </a:lnTo>
                  <a:lnTo>
                    <a:pt x="345938" y="11250"/>
                  </a:lnTo>
                  <a:lnTo>
                    <a:pt x="320063" y="11250"/>
                  </a:lnTo>
                  <a:cubicBezTo>
                    <a:pt x="316969" y="11250"/>
                    <a:pt x="314438" y="8719"/>
                    <a:pt x="314438" y="5625"/>
                  </a:cubicBezTo>
                  <a:cubicBezTo>
                    <a:pt x="314438" y="2531"/>
                    <a:pt x="316969" y="0"/>
                    <a:pt x="320063" y="0"/>
                  </a:cubicBezTo>
                  <a:lnTo>
                    <a:pt x="351563" y="0"/>
                  </a:lnTo>
                  <a:cubicBezTo>
                    <a:pt x="354656" y="0"/>
                    <a:pt x="357188" y="2531"/>
                    <a:pt x="357188" y="5625"/>
                  </a:cubicBezTo>
                  <a:lnTo>
                    <a:pt x="357188" y="245531"/>
                  </a:lnTo>
                  <a:cubicBezTo>
                    <a:pt x="357188" y="248625"/>
                    <a:pt x="354656" y="251156"/>
                    <a:pt x="351563" y="251156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5282529" y="5909557"/>
              <a:ext cx="322496" cy="542687"/>
            </a:xfrm>
            <a:custGeom>
              <a:avLst/>
              <a:gdLst>
                <a:gd name="connsiteX0" fmla="*/ 158425 w 322496"/>
                <a:gd name="connsiteY0" fmla="*/ 23858 h 542687"/>
                <a:gd name="connsiteX1" fmla="*/ 24942 w 322496"/>
                <a:gd name="connsiteY1" fmla="*/ 41329 h 542687"/>
                <a:gd name="connsiteX2" fmla="*/ 24942 w 322496"/>
                <a:gd name="connsiteY2" fmla="*/ 506301 h 542687"/>
                <a:gd name="connsiteX3" fmla="*/ 163325 w 322496"/>
                <a:gd name="connsiteY3" fmla="*/ 488972 h 542687"/>
                <a:gd name="connsiteX4" fmla="*/ 299927 w 322496"/>
                <a:gd name="connsiteY4" fmla="*/ 513809 h 542687"/>
                <a:gd name="connsiteX5" fmla="*/ 299927 w 322496"/>
                <a:gd name="connsiteY5" fmla="*/ 50571 h 542687"/>
                <a:gd name="connsiteX6" fmla="*/ 158425 w 322496"/>
                <a:gd name="connsiteY6" fmla="*/ 23858 h 542687"/>
                <a:gd name="connsiteX7" fmla="*/ 157165 w 322496"/>
                <a:gd name="connsiteY7" fmla="*/ 29 h 542687"/>
                <a:gd name="connsiteX8" fmla="*/ 315965 w 322496"/>
                <a:gd name="connsiteY8" fmla="*/ 32086 h 542687"/>
                <a:gd name="connsiteX9" fmla="*/ 322496 w 322496"/>
                <a:gd name="connsiteY9" fmla="*/ 42484 h 542687"/>
                <a:gd name="connsiteX10" fmla="*/ 322496 w 322496"/>
                <a:gd name="connsiteY10" fmla="*/ 531135 h 542687"/>
                <a:gd name="connsiteX11" fmla="*/ 317151 w 322496"/>
                <a:gd name="connsiteY11" fmla="*/ 540956 h 542687"/>
                <a:gd name="connsiteX12" fmla="*/ 311213 w 322496"/>
                <a:gd name="connsiteY12" fmla="*/ 542687 h 542687"/>
                <a:gd name="connsiteX13" fmla="*/ 305867 w 322496"/>
                <a:gd name="connsiteY13" fmla="*/ 541533 h 542687"/>
                <a:gd name="connsiteX14" fmla="*/ 14254 w 322496"/>
                <a:gd name="connsiteY14" fmla="*/ 531135 h 542687"/>
                <a:gd name="connsiteX15" fmla="*/ 4156 w 322496"/>
                <a:gd name="connsiteY15" fmla="*/ 528825 h 542687"/>
                <a:gd name="connsiteX16" fmla="*/ 0 w 322496"/>
                <a:gd name="connsiteY16" fmla="*/ 519583 h 542687"/>
                <a:gd name="connsiteX17" fmla="*/ 0 w 322496"/>
                <a:gd name="connsiteY17" fmla="*/ 31509 h 542687"/>
                <a:gd name="connsiteX18" fmla="*/ 9503 w 322496"/>
                <a:gd name="connsiteY18" fmla="*/ 19957 h 542687"/>
                <a:gd name="connsiteX19" fmla="*/ 157165 w 322496"/>
                <a:gd name="connsiteY19" fmla="*/ 29 h 542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2496" h="542687">
                  <a:moveTo>
                    <a:pt x="158425" y="23858"/>
                  </a:moveTo>
                  <a:cubicBezTo>
                    <a:pt x="111951" y="24435"/>
                    <a:pt x="66813" y="32377"/>
                    <a:pt x="24942" y="41329"/>
                  </a:cubicBezTo>
                  <a:lnTo>
                    <a:pt x="24942" y="506301"/>
                  </a:lnTo>
                  <a:cubicBezTo>
                    <a:pt x="68298" y="496480"/>
                    <a:pt x="114625" y="488972"/>
                    <a:pt x="163325" y="488972"/>
                  </a:cubicBezTo>
                  <a:cubicBezTo>
                    <a:pt x="207869" y="488972"/>
                    <a:pt x="253601" y="495326"/>
                    <a:pt x="299927" y="513809"/>
                  </a:cubicBezTo>
                  <a:lnTo>
                    <a:pt x="299927" y="50571"/>
                  </a:lnTo>
                  <a:cubicBezTo>
                    <a:pt x="252710" y="30067"/>
                    <a:pt x="204900" y="23280"/>
                    <a:pt x="158425" y="23858"/>
                  </a:cubicBezTo>
                  <a:close/>
                  <a:moveTo>
                    <a:pt x="157165" y="29"/>
                  </a:moveTo>
                  <a:cubicBezTo>
                    <a:pt x="208911" y="-548"/>
                    <a:pt x="262512" y="7538"/>
                    <a:pt x="315965" y="32086"/>
                  </a:cubicBezTo>
                  <a:cubicBezTo>
                    <a:pt x="320121" y="33819"/>
                    <a:pt x="322496" y="37863"/>
                    <a:pt x="322496" y="42484"/>
                  </a:cubicBezTo>
                  <a:lnTo>
                    <a:pt x="322496" y="531135"/>
                  </a:lnTo>
                  <a:cubicBezTo>
                    <a:pt x="322496" y="535179"/>
                    <a:pt x="320121" y="538646"/>
                    <a:pt x="317151" y="540956"/>
                  </a:cubicBezTo>
                  <a:cubicBezTo>
                    <a:pt x="315965" y="542110"/>
                    <a:pt x="313589" y="542687"/>
                    <a:pt x="311213" y="542687"/>
                  </a:cubicBezTo>
                  <a:cubicBezTo>
                    <a:pt x="309431" y="542687"/>
                    <a:pt x="307649" y="542110"/>
                    <a:pt x="305867" y="541533"/>
                  </a:cubicBezTo>
                  <a:cubicBezTo>
                    <a:pt x="205495" y="495325"/>
                    <a:pt x="102748" y="512075"/>
                    <a:pt x="14254" y="531135"/>
                  </a:cubicBezTo>
                  <a:cubicBezTo>
                    <a:pt x="10690" y="531714"/>
                    <a:pt x="7127" y="531135"/>
                    <a:pt x="4156" y="528825"/>
                  </a:cubicBezTo>
                  <a:cubicBezTo>
                    <a:pt x="1187" y="526514"/>
                    <a:pt x="0" y="523050"/>
                    <a:pt x="0" y="519583"/>
                  </a:cubicBezTo>
                  <a:lnTo>
                    <a:pt x="0" y="31509"/>
                  </a:lnTo>
                  <a:cubicBezTo>
                    <a:pt x="0" y="26311"/>
                    <a:pt x="4156" y="21690"/>
                    <a:pt x="9503" y="19957"/>
                  </a:cubicBezTo>
                  <a:cubicBezTo>
                    <a:pt x="55531" y="9849"/>
                    <a:pt x="105420" y="607"/>
                    <a:pt x="157165" y="29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6" name="图形 10"/>
            <p:cNvSpPr/>
            <p:nvPr/>
          </p:nvSpPr>
          <p:spPr>
            <a:xfrm>
              <a:off x="5330634" y="6000559"/>
              <a:ext cx="228065" cy="4620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500">
                  <a:moveTo>
                    <a:pt x="104625" y="22500"/>
                  </a:moveTo>
                  <a:cubicBezTo>
                    <a:pt x="104344" y="22500"/>
                    <a:pt x="103781" y="22500"/>
                    <a:pt x="103500" y="22219"/>
                  </a:cubicBezTo>
                  <a:cubicBezTo>
                    <a:pt x="69187" y="5906"/>
                    <a:pt x="34031" y="11812"/>
                    <a:pt x="3656" y="18562"/>
                  </a:cubicBezTo>
                  <a:cubicBezTo>
                    <a:pt x="2250" y="18844"/>
                    <a:pt x="562" y="18000"/>
                    <a:pt x="281" y="16312"/>
                  </a:cubicBezTo>
                  <a:cubicBezTo>
                    <a:pt x="0" y="14906"/>
                    <a:pt x="844" y="13219"/>
                    <a:pt x="2531" y="12937"/>
                  </a:cubicBezTo>
                  <a:cubicBezTo>
                    <a:pt x="33750" y="5906"/>
                    <a:pt x="70031" y="0"/>
                    <a:pt x="106031" y="17156"/>
                  </a:cubicBezTo>
                  <a:cubicBezTo>
                    <a:pt x="107437" y="17719"/>
                    <a:pt x="108000" y="19406"/>
                    <a:pt x="107437" y="20812"/>
                  </a:cubicBezTo>
                  <a:cubicBezTo>
                    <a:pt x="106875" y="21937"/>
                    <a:pt x="105750" y="22500"/>
                    <a:pt x="104625" y="2250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7" name="图形 10"/>
            <p:cNvSpPr/>
            <p:nvPr/>
          </p:nvSpPr>
          <p:spPr>
            <a:xfrm>
              <a:off x="5330634" y="6076226"/>
              <a:ext cx="228065" cy="4620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500">
                  <a:moveTo>
                    <a:pt x="104625" y="22500"/>
                  </a:moveTo>
                  <a:cubicBezTo>
                    <a:pt x="104344" y="22500"/>
                    <a:pt x="103781" y="22500"/>
                    <a:pt x="103500" y="22218"/>
                  </a:cubicBezTo>
                  <a:cubicBezTo>
                    <a:pt x="69187" y="5906"/>
                    <a:pt x="34031" y="11812"/>
                    <a:pt x="3656" y="18562"/>
                  </a:cubicBezTo>
                  <a:cubicBezTo>
                    <a:pt x="2250" y="18843"/>
                    <a:pt x="562" y="18000"/>
                    <a:pt x="281" y="16312"/>
                  </a:cubicBezTo>
                  <a:cubicBezTo>
                    <a:pt x="0" y="14906"/>
                    <a:pt x="844" y="13218"/>
                    <a:pt x="2531" y="12937"/>
                  </a:cubicBezTo>
                  <a:cubicBezTo>
                    <a:pt x="33750" y="5906"/>
                    <a:pt x="70031" y="0"/>
                    <a:pt x="106031" y="17156"/>
                  </a:cubicBezTo>
                  <a:cubicBezTo>
                    <a:pt x="107437" y="17718"/>
                    <a:pt x="108000" y="19406"/>
                    <a:pt x="107437" y="20812"/>
                  </a:cubicBezTo>
                  <a:cubicBezTo>
                    <a:pt x="106875" y="21937"/>
                    <a:pt x="105750" y="22500"/>
                    <a:pt x="104625" y="2250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8" name="图形 10"/>
            <p:cNvSpPr/>
            <p:nvPr/>
          </p:nvSpPr>
          <p:spPr>
            <a:xfrm>
              <a:off x="5330634" y="6151891"/>
              <a:ext cx="228065" cy="4620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500">
                  <a:moveTo>
                    <a:pt x="104625" y="22500"/>
                  </a:moveTo>
                  <a:cubicBezTo>
                    <a:pt x="104344" y="22500"/>
                    <a:pt x="103781" y="22500"/>
                    <a:pt x="103500" y="22219"/>
                  </a:cubicBezTo>
                  <a:cubicBezTo>
                    <a:pt x="69187" y="5907"/>
                    <a:pt x="34031" y="11813"/>
                    <a:pt x="3656" y="18563"/>
                  </a:cubicBezTo>
                  <a:cubicBezTo>
                    <a:pt x="2250" y="18844"/>
                    <a:pt x="562" y="18000"/>
                    <a:pt x="281" y="16313"/>
                  </a:cubicBezTo>
                  <a:cubicBezTo>
                    <a:pt x="0" y="14907"/>
                    <a:pt x="844" y="13219"/>
                    <a:pt x="2531" y="12938"/>
                  </a:cubicBezTo>
                  <a:cubicBezTo>
                    <a:pt x="33750" y="5907"/>
                    <a:pt x="70031" y="0"/>
                    <a:pt x="106031" y="17157"/>
                  </a:cubicBezTo>
                  <a:cubicBezTo>
                    <a:pt x="107437" y="17719"/>
                    <a:pt x="108000" y="19407"/>
                    <a:pt x="107437" y="20813"/>
                  </a:cubicBezTo>
                  <a:cubicBezTo>
                    <a:pt x="106875" y="21938"/>
                    <a:pt x="105750" y="22500"/>
                    <a:pt x="104625" y="2250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9" name="图形 10"/>
            <p:cNvSpPr/>
            <p:nvPr/>
          </p:nvSpPr>
          <p:spPr>
            <a:xfrm>
              <a:off x="5330634" y="6226979"/>
              <a:ext cx="228065" cy="46785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781">
                  <a:moveTo>
                    <a:pt x="104625" y="22781"/>
                  </a:moveTo>
                  <a:cubicBezTo>
                    <a:pt x="104344" y="22781"/>
                    <a:pt x="103781" y="22781"/>
                    <a:pt x="103500" y="22500"/>
                  </a:cubicBezTo>
                  <a:cubicBezTo>
                    <a:pt x="69187" y="6187"/>
                    <a:pt x="34031" y="11812"/>
                    <a:pt x="3656" y="18562"/>
                  </a:cubicBezTo>
                  <a:cubicBezTo>
                    <a:pt x="2250" y="18844"/>
                    <a:pt x="562" y="18000"/>
                    <a:pt x="281" y="16312"/>
                  </a:cubicBezTo>
                  <a:cubicBezTo>
                    <a:pt x="0" y="14906"/>
                    <a:pt x="844" y="13219"/>
                    <a:pt x="2531" y="12937"/>
                  </a:cubicBezTo>
                  <a:cubicBezTo>
                    <a:pt x="33750" y="5906"/>
                    <a:pt x="70031" y="0"/>
                    <a:pt x="106031" y="17156"/>
                  </a:cubicBezTo>
                  <a:cubicBezTo>
                    <a:pt x="107437" y="17719"/>
                    <a:pt x="108000" y="19406"/>
                    <a:pt x="107437" y="20812"/>
                  </a:cubicBezTo>
                  <a:cubicBezTo>
                    <a:pt x="106875" y="22219"/>
                    <a:pt x="105750" y="22781"/>
                    <a:pt x="104625" y="22781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0" name="图形 10"/>
            <p:cNvSpPr/>
            <p:nvPr/>
          </p:nvSpPr>
          <p:spPr>
            <a:xfrm>
              <a:off x="5330634" y="6302646"/>
              <a:ext cx="228065" cy="4620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500">
                  <a:moveTo>
                    <a:pt x="104625" y="22500"/>
                  </a:moveTo>
                  <a:cubicBezTo>
                    <a:pt x="104344" y="22500"/>
                    <a:pt x="103781" y="22500"/>
                    <a:pt x="103500" y="22218"/>
                  </a:cubicBezTo>
                  <a:cubicBezTo>
                    <a:pt x="69187" y="5906"/>
                    <a:pt x="34031" y="11812"/>
                    <a:pt x="3656" y="18562"/>
                  </a:cubicBezTo>
                  <a:cubicBezTo>
                    <a:pt x="2250" y="18843"/>
                    <a:pt x="562" y="18000"/>
                    <a:pt x="281" y="16312"/>
                  </a:cubicBezTo>
                  <a:cubicBezTo>
                    <a:pt x="0" y="14906"/>
                    <a:pt x="844" y="13218"/>
                    <a:pt x="2531" y="12937"/>
                  </a:cubicBezTo>
                  <a:cubicBezTo>
                    <a:pt x="33750" y="5906"/>
                    <a:pt x="70031" y="0"/>
                    <a:pt x="106031" y="17156"/>
                  </a:cubicBezTo>
                  <a:cubicBezTo>
                    <a:pt x="107437" y="17718"/>
                    <a:pt x="108000" y="19406"/>
                    <a:pt x="107437" y="20812"/>
                  </a:cubicBezTo>
                  <a:cubicBezTo>
                    <a:pt x="106875" y="21937"/>
                    <a:pt x="105750" y="22500"/>
                    <a:pt x="104625" y="2250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984381" y="5910135"/>
              <a:ext cx="322499" cy="542109"/>
            </a:xfrm>
            <a:custGeom>
              <a:avLst/>
              <a:gdLst>
                <a:gd name="connsiteX0" fmla="*/ 165036 w 322499"/>
                <a:gd name="connsiteY0" fmla="*/ 22991 h 542109"/>
                <a:gd name="connsiteX1" fmla="*/ 23757 w 322499"/>
                <a:gd name="connsiteY1" fmla="*/ 49994 h 542109"/>
                <a:gd name="connsiteX2" fmla="*/ 23757 w 322499"/>
                <a:gd name="connsiteY2" fmla="*/ 513232 h 542109"/>
                <a:gd name="connsiteX3" fmla="*/ 298742 w 322499"/>
                <a:gd name="connsiteY3" fmla="*/ 505145 h 542109"/>
                <a:gd name="connsiteX4" fmla="*/ 298742 w 322499"/>
                <a:gd name="connsiteY4" fmla="*/ 40175 h 542109"/>
                <a:gd name="connsiteX5" fmla="*/ 165036 w 322499"/>
                <a:gd name="connsiteY5" fmla="*/ 22991 h 542109"/>
                <a:gd name="connsiteX6" fmla="*/ 165333 w 322499"/>
                <a:gd name="connsiteY6" fmla="*/ 29 h 542109"/>
                <a:gd name="connsiteX7" fmla="*/ 312997 w 322499"/>
                <a:gd name="connsiteY7" fmla="*/ 19956 h 542109"/>
                <a:gd name="connsiteX8" fmla="*/ 322499 w 322499"/>
                <a:gd name="connsiteY8" fmla="*/ 31508 h 542109"/>
                <a:gd name="connsiteX9" fmla="*/ 322499 w 322499"/>
                <a:gd name="connsiteY9" fmla="*/ 520161 h 542109"/>
                <a:gd name="connsiteX10" fmla="*/ 318341 w 322499"/>
                <a:gd name="connsiteY10" fmla="*/ 529403 h 542109"/>
                <a:gd name="connsiteX11" fmla="*/ 308245 w 322499"/>
                <a:gd name="connsiteY11" fmla="*/ 531713 h 542109"/>
                <a:gd name="connsiteX12" fmla="*/ 16630 w 322499"/>
                <a:gd name="connsiteY12" fmla="*/ 542109 h 542109"/>
                <a:gd name="connsiteX13" fmla="*/ 11879 w 322499"/>
                <a:gd name="connsiteY13" fmla="*/ 542109 h 542109"/>
                <a:gd name="connsiteX14" fmla="*/ 5345 w 322499"/>
                <a:gd name="connsiteY14" fmla="*/ 540378 h 542109"/>
                <a:gd name="connsiteX15" fmla="*/ 0 w 322499"/>
                <a:gd name="connsiteY15" fmla="*/ 530557 h 542109"/>
                <a:gd name="connsiteX16" fmla="*/ 0 w 322499"/>
                <a:gd name="connsiteY16" fmla="*/ 42483 h 542109"/>
                <a:gd name="connsiteX17" fmla="*/ 6534 w 322499"/>
                <a:gd name="connsiteY17" fmla="*/ 32087 h 542109"/>
                <a:gd name="connsiteX18" fmla="*/ 165333 w 322499"/>
                <a:gd name="connsiteY18" fmla="*/ 29 h 54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2499" h="542109">
                  <a:moveTo>
                    <a:pt x="165036" y="22991"/>
                  </a:moveTo>
                  <a:cubicBezTo>
                    <a:pt x="118636" y="22558"/>
                    <a:pt x="70974" y="29490"/>
                    <a:pt x="23757" y="49994"/>
                  </a:cubicBezTo>
                  <a:lnTo>
                    <a:pt x="23757" y="513232"/>
                  </a:lnTo>
                  <a:cubicBezTo>
                    <a:pt x="119378" y="475109"/>
                    <a:pt x="215000" y="487818"/>
                    <a:pt x="298742" y="505145"/>
                  </a:cubicBezTo>
                  <a:lnTo>
                    <a:pt x="298742" y="40175"/>
                  </a:lnTo>
                  <a:cubicBezTo>
                    <a:pt x="256573" y="31222"/>
                    <a:pt x="211436" y="23424"/>
                    <a:pt x="165036" y="22991"/>
                  </a:cubicBezTo>
                  <a:close/>
                  <a:moveTo>
                    <a:pt x="165333" y="29"/>
                  </a:moveTo>
                  <a:cubicBezTo>
                    <a:pt x="217078" y="607"/>
                    <a:pt x="266967" y="9849"/>
                    <a:pt x="312997" y="19956"/>
                  </a:cubicBezTo>
                  <a:cubicBezTo>
                    <a:pt x="318341" y="21112"/>
                    <a:pt x="322499" y="25733"/>
                    <a:pt x="322499" y="31508"/>
                  </a:cubicBezTo>
                  <a:lnTo>
                    <a:pt x="322499" y="520161"/>
                  </a:lnTo>
                  <a:cubicBezTo>
                    <a:pt x="322499" y="523626"/>
                    <a:pt x="320717" y="527093"/>
                    <a:pt x="318341" y="529403"/>
                  </a:cubicBezTo>
                  <a:cubicBezTo>
                    <a:pt x="315372" y="531713"/>
                    <a:pt x="311808" y="532290"/>
                    <a:pt x="308245" y="531713"/>
                  </a:cubicBezTo>
                  <a:cubicBezTo>
                    <a:pt x="219752" y="512653"/>
                    <a:pt x="117002" y="495901"/>
                    <a:pt x="16630" y="542109"/>
                  </a:cubicBezTo>
                  <a:lnTo>
                    <a:pt x="11879" y="542109"/>
                  </a:lnTo>
                  <a:cubicBezTo>
                    <a:pt x="9503" y="542109"/>
                    <a:pt x="7721" y="541532"/>
                    <a:pt x="5345" y="540378"/>
                  </a:cubicBezTo>
                  <a:cubicBezTo>
                    <a:pt x="1783" y="538068"/>
                    <a:pt x="0" y="534601"/>
                    <a:pt x="0" y="530557"/>
                  </a:cubicBezTo>
                  <a:lnTo>
                    <a:pt x="0" y="42483"/>
                  </a:lnTo>
                  <a:cubicBezTo>
                    <a:pt x="0" y="37862"/>
                    <a:pt x="2376" y="33818"/>
                    <a:pt x="6534" y="32087"/>
                  </a:cubicBezTo>
                  <a:cubicBezTo>
                    <a:pt x="59987" y="7538"/>
                    <a:pt x="113588" y="-548"/>
                    <a:pt x="165333" y="29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2" name="图形 10"/>
            <p:cNvSpPr/>
            <p:nvPr/>
          </p:nvSpPr>
          <p:spPr>
            <a:xfrm>
              <a:off x="5088911" y="5918538"/>
              <a:ext cx="112250" cy="222955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53156" h="108563">
                  <a:moveTo>
                    <a:pt x="2813" y="108282"/>
                  </a:moveTo>
                  <a:cubicBezTo>
                    <a:pt x="2250" y="108282"/>
                    <a:pt x="1969" y="108282"/>
                    <a:pt x="1406" y="108000"/>
                  </a:cubicBezTo>
                  <a:cubicBezTo>
                    <a:pt x="563" y="107438"/>
                    <a:pt x="0" y="106594"/>
                    <a:pt x="0" y="105469"/>
                  </a:cubicBezTo>
                  <a:lnTo>
                    <a:pt x="0" y="2813"/>
                  </a:lnTo>
                  <a:cubicBezTo>
                    <a:pt x="0" y="1125"/>
                    <a:pt x="1125" y="0"/>
                    <a:pt x="2813" y="0"/>
                  </a:cubicBezTo>
                  <a:cubicBezTo>
                    <a:pt x="4500" y="0"/>
                    <a:pt x="5625" y="1125"/>
                    <a:pt x="5625" y="2813"/>
                  </a:cubicBezTo>
                  <a:lnTo>
                    <a:pt x="5625" y="99844"/>
                  </a:lnTo>
                  <a:lnTo>
                    <a:pt x="25031" y="86344"/>
                  </a:lnTo>
                  <a:cubicBezTo>
                    <a:pt x="25875" y="85782"/>
                    <a:pt x="27281" y="85782"/>
                    <a:pt x="28125" y="86344"/>
                  </a:cubicBezTo>
                  <a:lnTo>
                    <a:pt x="47531" y="99844"/>
                  </a:lnTo>
                  <a:lnTo>
                    <a:pt x="47531" y="2813"/>
                  </a:lnTo>
                  <a:cubicBezTo>
                    <a:pt x="47531" y="1125"/>
                    <a:pt x="48656" y="0"/>
                    <a:pt x="50344" y="0"/>
                  </a:cubicBezTo>
                  <a:cubicBezTo>
                    <a:pt x="52031" y="0"/>
                    <a:pt x="53156" y="1125"/>
                    <a:pt x="53156" y="2813"/>
                  </a:cubicBezTo>
                  <a:lnTo>
                    <a:pt x="53156" y="105469"/>
                  </a:lnTo>
                  <a:cubicBezTo>
                    <a:pt x="53156" y="106594"/>
                    <a:pt x="52594" y="107438"/>
                    <a:pt x="51750" y="108000"/>
                  </a:cubicBezTo>
                  <a:cubicBezTo>
                    <a:pt x="50906" y="108563"/>
                    <a:pt x="49781" y="108282"/>
                    <a:pt x="48938" y="107719"/>
                  </a:cubicBezTo>
                  <a:lnTo>
                    <a:pt x="26719" y="92250"/>
                  </a:lnTo>
                  <a:lnTo>
                    <a:pt x="4500" y="107719"/>
                  </a:lnTo>
                  <a:cubicBezTo>
                    <a:pt x="3938" y="108000"/>
                    <a:pt x="3375" y="108282"/>
                    <a:pt x="2813" y="108282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</p:grpSp>
      <p:sp>
        <p:nvSpPr>
          <p:cNvPr id="13" name="图形 1"/>
          <p:cNvSpPr/>
          <p:nvPr/>
        </p:nvSpPr>
        <p:spPr>
          <a:xfrm>
            <a:off x="1683161" y="5300716"/>
            <a:ext cx="293022" cy="292586"/>
          </a:xfrm>
          <a:custGeom>
            <a:avLst/>
            <a:gdLst>
              <a:gd name="connsiteX0" fmla="*/ 293023 w 293022"/>
              <a:gd name="connsiteY0" fmla="*/ 292586 h 292586"/>
              <a:gd name="connsiteX1" fmla="*/ 280812 w 293022"/>
              <a:gd name="connsiteY1" fmla="*/ 292586 h 292586"/>
              <a:gd name="connsiteX2" fmla="*/ 146512 w 293022"/>
              <a:gd name="connsiteY2" fmla="*/ 176771 h 292586"/>
              <a:gd name="connsiteX3" fmla="*/ 12209 w 293022"/>
              <a:gd name="connsiteY3" fmla="*/ 292586 h 292586"/>
              <a:gd name="connsiteX4" fmla="*/ 0 w 293022"/>
              <a:gd name="connsiteY4" fmla="*/ 292586 h 292586"/>
              <a:gd name="connsiteX5" fmla="*/ 102845 w 293022"/>
              <a:gd name="connsiteY5" fmla="*/ 168592 h 292586"/>
              <a:gd name="connsiteX6" fmla="*/ 54943 w 293022"/>
              <a:gd name="connsiteY6" fmla="*/ 91433 h 292586"/>
              <a:gd name="connsiteX7" fmla="*/ 146512 w 293022"/>
              <a:gd name="connsiteY7" fmla="*/ 0 h 292586"/>
              <a:gd name="connsiteX8" fmla="*/ 238081 w 293022"/>
              <a:gd name="connsiteY8" fmla="*/ 91433 h 292586"/>
              <a:gd name="connsiteX9" fmla="*/ 190178 w 293022"/>
              <a:gd name="connsiteY9" fmla="*/ 168592 h 292586"/>
              <a:gd name="connsiteX10" fmla="*/ 293023 w 293022"/>
              <a:gd name="connsiteY10" fmla="*/ 292586 h 292586"/>
              <a:gd name="connsiteX11" fmla="*/ 225871 w 293022"/>
              <a:gd name="connsiteY11" fmla="*/ 91433 h 292586"/>
              <a:gd name="connsiteX12" fmla="*/ 146512 w 293022"/>
              <a:gd name="connsiteY12" fmla="*/ 12191 h 292586"/>
              <a:gd name="connsiteX13" fmla="*/ 67151 w 293022"/>
              <a:gd name="connsiteY13" fmla="*/ 91433 h 292586"/>
              <a:gd name="connsiteX14" fmla="*/ 146512 w 293022"/>
              <a:gd name="connsiteY14" fmla="*/ 164581 h 292586"/>
              <a:gd name="connsiteX15" fmla="*/ 225871 w 293022"/>
              <a:gd name="connsiteY15" fmla="*/ 91433 h 29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3022" h="292586">
                <a:moveTo>
                  <a:pt x="293023" y="292586"/>
                </a:moveTo>
                <a:lnTo>
                  <a:pt x="280812" y="292586"/>
                </a:lnTo>
                <a:cubicBezTo>
                  <a:pt x="272957" y="228455"/>
                  <a:pt x="211525" y="176771"/>
                  <a:pt x="146512" y="176771"/>
                </a:cubicBezTo>
                <a:cubicBezTo>
                  <a:pt x="81497" y="176771"/>
                  <a:pt x="20066" y="228455"/>
                  <a:pt x="12209" y="292586"/>
                </a:cubicBezTo>
                <a:lnTo>
                  <a:pt x="0" y="292586"/>
                </a:lnTo>
                <a:cubicBezTo>
                  <a:pt x="6429" y="233453"/>
                  <a:pt x="48337" y="184981"/>
                  <a:pt x="102845" y="168592"/>
                </a:cubicBezTo>
                <a:cubicBezTo>
                  <a:pt x="74884" y="153646"/>
                  <a:pt x="54943" y="125848"/>
                  <a:pt x="54943" y="91433"/>
                </a:cubicBezTo>
                <a:cubicBezTo>
                  <a:pt x="54943" y="42060"/>
                  <a:pt x="98095" y="0"/>
                  <a:pt x="146512" y="0"/>
                </a:cubicBezTo>
                <a:cubicBezTo>
                  <a:pt x="194927" y="0"/>
                  <a:pt x="238081" y="42060"/>
                  <a:pt x="238081" y="91433"/>
                </a:cubicBezTo>
                <a:cubicBezTo>
                  <a:pt x="238081" y="125848"/>
                  <a:pt x="218130" y="153646"/>
                  <a:pt x="190178" y="168592"/>
                </a:cubicBezTo>
                <a:cubicBezTo>
                  <a:pt x="244681" y="184981"/>
                  <a:pt x="286593" y="233453"/>
                  <a:pt x="293023" y="292586"/>
                </a:cubicBezTo>
                <a:close/>
                <a:moveTo>
                  <a:pt x="225871" y="91433"/>
                </a:moveTo>
                <a:cubicBezTo>
                  <a:pt x="225871" y="51038"/>
                  <a:pt x="186124" y="12191"/>
                  <a:pt x="146512" y="12191"/>
                </a:cubicBezTo>
                <a:cubicBezTo>
                  <a:pt x="106899" y="12191"/>
                  <a:pt x="67151" y="51038"/>
                  <a:pt x="67151" y="91433"/>
                </a:cubicBezTo>
                <a:cubicBezTo>
                  <a:pt x="67151" y="131830"/>
                  <a:pt x="106899" y="164581"/>
                  <a:pt x="146512" y="164581"/>
                </a:cubicBezTo>
                <a:cubicBezTo>
                  <a:pt x="186124" y="164581"/>
                  <a:pt x="225871" y="131830"/>
                  <a:pt x="225871" y="91433"/>
                </a:cubicBezTo>
                <a:close/>
              </a:path>
            </a:pathLst>
          </a:custGeom>
          <a:solidFill>
            <a:schemeClr val="accent1"/>
          </a:soli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037098" y="5262096"/>
            <a:ext cx="1539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面试人：</a:t>
            </a:r>
            <a:r>
              <a:rPr lang="en-US" altLang="zh-CN" dirty="0">
                <a:latin typeface="+mj-ea"/>
                <a:ea typeface="+mj-ea"/>
              </a:rPr>
              <a:t>XXX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81684" y="5262096"/>
            <a:ext cx="17678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+mj-ea"/>
                <a:ea typeface="+mj-ea"/>
              </a:rPr>
              <a:t>申请专业：</a:t>
            </a:r>
            <a:r>
              <a:rPr lang="en-US" altLang="zh-CN" dirty="0">
                <a:latin typeface="+mj-ea"/>
                <a:ea typeface="+mj-ea"/>
              </a:rPr>
              <a:t>XXX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61969" y="5262096"/>
            <a:ext cx="13106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时间：</a:t>
            </a:r>
            <a:r>
              <a:rPr lang="en-US" altLang="zh-CN" dirty="0">
                <a:latin typeface="+mj-ea"/>
                <a:ea typeface="+mj-ea"/>
              </a:rPr>
              <a:t>XXX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7" name="Freeform 21"/>
          <p:cNvSpPr>
            <a:spLocks noEditPoints="1"/>
          </p:cNvSpPr>
          <p:nvPr/>
        </p:nvSpPr>
        <p:spPr bwMode="auto">
          <a:xfrm>
            <a:off x="8482465" y="5284762"/>
            <a:ext cx="324000" cy="324000"/>
          </a:xfrm>
          <a:custGeom>
            <a:avLst/>
            <a:gdLst>
              <a:gd name="T0" fmla="*/ 297 w 593"/>
              <a:gd name="T1" fmla="*/ 0 h 582"/>
              <a:gd name="T2" fmla="*/ 593 w 593"/>
              <a:gd name="T3" fmla="*/ 291 h 582"/>
              <a:gd name="T4" fmla="*/ 297 w 593"/>
              <a:gd name="T5" fmla="*/ 582 h 582"/>
              <a:gd name="T6" fmla="*/ 0 w 593"/>
              <a:gd name="T7" fmla="*/ 291 h 582"/>
              <a:gd name="T8" fmla="*/ 297 w 593"/>
              <a:gd name="T9" fmla="*/ 0 h 582"/>
              <a:gd name="T10" fmla="*/ 328 w 593"/>
              <a:gd name="T11" fmla="*/ 309 h 582"/>
              <a:gd name="T12" fmla="*/ 291 w 593"/>
              <a:gd name="T13" fmla="*/ 327 h 582"/>
              <a:gd name="T14" fmla="*/ 262 w 593"/>
              <a:gd name="T15" fmla="*/ 285 h 582"/>
              <a:gd name="T16" fmla="*/ 304 w 593"/>
              <a:gd name="T17" fmla="*/ 255 h 582"/>
              <a:gd name="T18" fmla="*/ 313 w 593"/>
              <a:gd name="T19" fmla="*/ 259 h 582"/>
              <a:gd name="T20" fmla="*/ 316 w 593"/>
              <a:gd name="T21" fmla="*/ 258 h 582"/>
              <a:gd name="T22" fmla="*/ 423 w 593"/>
              <a:gd name="T23" fmla="*/ 158 h 582"/>
              <a:gd name="T24" fmla="*/ 439 w 593"/>
              <a:gd name="T25" fmla="*/ 174 h 582"/>
              <a:gd name="T26" fmla="*/ 331 w 593"/>
              <a:gd name="T27" fmla="*/ 275 h 582"/>
              <a:gd name="T28" fmla="*/ 331 w 593"/>
              <a:gd name="T29" fmla="*/ 278 h 582"/>
              <a:gd name="T30" fmla="*/ 333 w 593"/>
              <a:gd name="T31" fmla="*/ 286 h 582"/>
              <a:gd name="T32" fmla="*/ 334 w 593"/>
              <a:gd name="T33" fmla="*/ 287 h 582"/>
              <a:gd name="T34" fmla="*/ 428 w 593"/>
              <a:gd name="T35" fmla="*/ 304 h 582"/>
              <a:gd name="T36" fmla="*/ 424 w 593"/>
              <a:gd name="T37" fmla="*/ 325 h 582"/>
              <a:gd name="T38" fmla="*/ 331 w 593"/>
              <a:gd name="T39" fmla="*/ 308 h 582"/>
              <a:gd name="T40" fmla="*/ 328 w 593"/>
              <a:gd name="T41" fmla="*/ 309 h 582"/>
              <a:gd name="T42" fmla="*/ 294 w 593"/>
              <a:gd name="T43" fmla="*/ 309 h 582"/>
              <a:gd name="T44" fmla="*/ 300 w 593"/>
              <a:gd name="T45" fmla="*/ 273 h 582"/>
              <a:gd name="T46" fmla="*/ 294 w 593"/>
              <a:gd name="T47" fmla="*/ 309 h 582"/>
              <a:gd name="T48" fmla="*/ 297 w 593"/>
              <a:gd name="T49" fmla="*/ 39 h 582"/>
              <a:gd name="T50" fmla="*/ 554 w 593"/>
              <a:gd name="T51" fmla="*/ 291 h 582"/>
              <a:gd name="T52" fmla="*/ 297 w 593"/>
              <a:gd name="T53" fmla="*/ 544 h 582"/>
              <a:gd name="T54" fmla="*/ 40 w 593"/>
              <a:gd name="T55" fmla="*/ 291 h 582"/>
              <a:gd name="T56" fmla="*/ 297 w 593"/>
              <a:gd name="T57" fmla="*/ 39 h 582"/>
              <a:gd name="T58" fmla="*/ 297 w 593"/>
              <a:gd name="T59" fmla="*/ 451 h 582"/>
              <a:gd name="T60" fmla="*/ 326 w 593"/>
              <a:gd name="T61" fmla="*/ 479 h 582"/>
              <a:gd name="T62" fmla="*/ 297 w 593"/>
              <a:gd name="T63" fmla="*/ 508 h 582"/>
              <a:gd name="T64" fmla="*/ 268 w 593"/>
              <a:gd name="T65" fmla="*/ 479 h 582"/>
              <a:gd name="T66" fmla="*/ 297 w 593"/>
              <a:gd name="T67" fmla="*/ 451 h 582"/>
              <a:gd name="T68" fmla="*/ 297 w 593"/>
              <a:gd name="T69" fmla="*/ 74 h 582"/>
              <a:gd name="T70" fmla="*/ 337 w 593"/>
              <a:gd name="T71" fmla="*/ 114 h 582"/>
              <a:gd name="T72" fmla="*/ 297 w 593"/>
              <a:gd name="T73" fmla="*/ 154 h 582"/>
              <a:gd name="T74" fmla="*/ 256 w 593"/>
              <a:gd name="T75" fmla="*/ 114 h 582"/>
              <a:gd name="T76" fmla="*/ 297 w 593"/>
              <a:gd name="T77" fmla="*/ 74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93" h="582">
                <a:moveTo>
                  <a:pt x="297" y="0"/>
                </a:moveTo>
                <a:cubicBezTo>
                  <a:pt x="461" y="0"/>
                  <a:pt x="593" y="130"/>
                  <a:pt x="593" y="291"/>
                </a:cubicBezTo>
                <a:cubicBezTo>
                  <a:pt x="593" y="452"/>
                  <a:pt x="461" y="582"/>
                  <a:pt x="297" y="582"/>
                </a:cubicBezTo>
                <a:cubicBezTo>
                  <a:pt x="133" y="582"/>
                  <a:pt x="0" y="452"/>
                  <a:pt x="0" y="291"/>
                </a:cubicBezTo>
                <a:cubicBezTo>
                  <a:pt x="0" y="130"/>
                  <a:pt x="133" y="0"/>
                  <a:pt x="297" y="0"/>
                </a:cubicBezTo>
                <a:close/>
                <a:moveTo>
                  <a:pt x="328" y="309"/>
                </a:moveTo>
                <a:cubicBezTo>
                  <a:pt x="321" y="322"/>
                  <a:pt x="306" y="330"/>
                  <a:pt x="291" y="327"/>
                </a:cubicBezTo>
                <a:cubicBezTo>
                  <a:pt x="271" y="323"/>
                  <a:pt x="258" y="304"/>
                  <a:pt x="262" y="285"/>
                </a:cubicBezTo>
                <a:cubicBezTo>
                  <a:pt x="266" y="265"/>
                  <a:pt x="284" y="252"/>
                  <a:pt x="304" y="255"/>
                </a:cubicBezTo>
                <a:cubicBezTo>
                  <a:pt x="307" y="256"/>
                  <a:pt x="311" y="257"/>
                  <a:pt x="313" y="259"/>
                </a:cubicBezTo>
                <a:cubicBezTo>
                  <a:pt x="314" y="259"/>
                  <a:pt x="315" y="259"/>
                  <a:pt x="316" y="258"/>
                </a:cubicBezTo>
                <a:cubicBezTo>
                  <a:pt x="351" y="225"/>
                  <a:pt x="387" y="191"/>
                  <a:pt x="423" y="158"/>
                </a:cubicBezTo>
                <a:cubicBezTo>
                  <a:pt x="434" y="147"/>
                  <a:pt x="450" y="164"/>
                  <a:pt x="439" y="174"/>
                </a:cubicBezTo>
                <a:cubicBezTo>
                  <a:pt x="403" y="208"/>
                  <a:pt x="367" y="242"/>
                  <a:pt x="331" y="275"/>
                </a:cubicBezTo>
                <a:cubicBezTo>
                  <a:pt x="330" y="276"/>
                  <a:pt x="330" y="277"/>
                  <a:pt x="331" y="278"/>
                </a:cubicBezTo>
                <a:cubicBezTo>
                  <a:pt x="332" y="280"/>
                  <a:pt x="332" y="283"/>
                  <a:pt x="333" y="286"/>
                </a:cubicBezTo>
                <a:cubicBezTo>
                  <a:pt x="333" y="287"/>
                  <a:pt x="333" y="287"/>
                  <a:pt x="334" y="287"/>
                </a:cubicBezTo>
                <a:cubicBezTo>
                  <a:pt x="365" y="292"/>
                  <a:pt x="397" y="299"/>
                  <a:pt x="428" y="304"/>
                </a:cubicBezTo>
                <a:cubicBezTo>
                  <a:pt x="445" y="307"/>
                  <a:pt x="441" y="328"/>
                  <a:pt x="424" y="325"/>
                </a:cubicBezTo>
                <a:cubicBezTo>
                  <a:pt x="393" y="319"/>
                  <a:pt x="361" y="314"/>
                  <a:pt x="331" y="308"/>
                </a:cubicBezTo>
                <a:cubicBezTo>
                  <a:pt x="330" y="308"/>
                  <a:pt x="329" y="308"/>
                  <a:pt x="328" y="309"/>
                </a:cubicBezTo>
                <a:close/>
                <a:moveTo>
                  <a:pt x="294" y="309"/>
                </a:moveTo>
                <a:cubicBezTo>
                  <a:pt x="271" y="305"/>
                  <a:pt x="277" y="269"/>
                  <a:pt x="300" y="273"/>
                </a:cubicBezTo>
                <a:cubicBezTo>
                  <a:pt x="324" y="277"/>
                  <a:pt x="317" y="313"/>
                  <a:pt x="294" y="309"/>
                </a:cubicBezTo>
                <a:close/>
                <a:moveTo>
                  <a:pt x="297" y="39"/>
                </a:moveTo>
                <a:cubicBezTo>
                  <a:pt x="439" y="39"/>
                  <a:pt x="554" y="152"/>
                  <a:pt x="554" y="291"/>
                </a:cubicBezTo>
                <a:cubicBezTo>
                  <a:pt x="554" y="430"/>
                  <a:pt x="439" y="544"/>
                  <a:pt x="297" y="544"/>
                </a:cubicBezTo>
                <a:cubicBezTo>
                  <a:pt x="155" y="544"/>
                  <a:pt x="40" y="430"/>
                  <a:pt x="40" y="291"/>
                </a:cubicBezTo>
                <a:cubicBezTo>
                  <a:pt x="40" y="152"/>
                  <a:pt x="155" y="39"/>
                  <a:pt x="297" y="39"/>
                </a:cubicBezTo>
                <a:close/>
                <a:moveTo>
                  <a:pt x="297" y="451"/>
                </a:moveTo>
                <a:cubicBezTo>
                  <a:pt x="313" y="451"/>
                  <a:pt x="326" y="463"/>
                  <a:pt x="326" y="479"/>
                </a:cubicBezTo>
                <a:cubicBezTo>
                  <a:pt x="326" y="495"/>
                  <a:pt x="313" y="508"/>
                  <a:pt x="297" y="508"/>
                </a:cubicBezTo>
                <a:cubicBezTo>
                  <a:pt x="281" y="508"/>
                  <a:pt x="268" y="495"/>
                  <a:pt x="268" y="479"/>
                </a:cubicBezTo>
                <a:cubicBezTo>
                  <a:pt x="268" y="463"/>
                  <a:pt x="281" y="451"/>
                  <a:pt x="297" y="451"/>
                </a:cubicBezTo>
                <a:close/>
                <a:moveTo>
                  <a:pt x="297" y="74"/>
                </a:moveTo>
                <a:cubicBezTo>
                  <a:pt x="319" y="74"/>
                  <a:pt x="337" y="92"/>
                  <a:pt x="337" y="114"/>
                </a:cubicBezTo>
                <a:cubicBezTo>
                  <a:pt x="337" y="136"/>
                  <a:pt x="319" y="154"/>
                  <a:pt x="297" y="154"/>
                </a:cubicBezTo>
                <a:cubicBezTo>
                  <a:pt x="274" y="154"/>
                  <a:pt x="256" y="136"/>
                  <a:pt x="256" y="114"/>
                </a:cubicBezTo>
                <a:cubicBezTo>
                  <a:pt x="256" y="92"/>
                  <a:pt x="274" y="74"/>
                  <a:pt x="297" y="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214797"/>
            <a:ext cx="4826833" cy="2428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502301" y="3748938"/>
            <a:ext cx="1822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spc="300" dirty="0">
                <a:solidFill>
                  <a:schemeClr val="bg1"/>
                </a:solidFill>
              </a:rPr>
              <a:t>CONTENTS</a:t>
            </a:r>
            <a:endParaRPr lang="zh-CN" altLang="en-US" sz="2000" spc="3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02301" y="2701452"/>
            <a:ext cx="18004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6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等腰三角形 8"/>
          <p:cNvSpPr/>
          <p:nvPr/>
        </p:nvSpPr>
        <p:spPr>
          <a:xfrm rot="5400000">
            <a:off x="4567538" y="3277431"/>
            <a:ext cx="406426" cy="29563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9" name="组合 68"/>
          <p:cNvGrpSpPr/>
          <p:nvPr/>
        </p:nvGrpSpPr>
        <p:grpSpPr>
          <a:xfrm>
            <a:off x="11398143" y="87905"/>
            <a:ext cx="702189" cy="702189"/>
            <a:chOff x="114300" y="101600"/>
            <a:chExt cx="702189" cy="702189"/>
          </a:xfrm>
        </p:grpSpPr>
        <p:sp>
          <p:nvSpPr>
            <p:cNvPr id="70" name="任意多边形: 形状 69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88900" y="6053146"/>
            <a:ext cx="702189" cy="702189"/>
            <a:chOff x="114300" y="101600"/>
            <a:chExt cx="702189" cy="702189"/>
          </a:xfrm>
        </p:grpSpPr>
        <p:sp>
          <p:nvSpPr>
            <p:cNvPr id="96" name="任意多边形: 形状 95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6402438" y="990371"/>
            <a:ext cx="4644770" cy="779844"/>
            <a:chOff x="9996" y="2250"/>
            <a:chExt cx="7314" cy="1228"/>
          </a:xfrm>
        </p:grpSpPr>
        <p:sp>
          <p:nvSpPr>
            <p:cNvPr id="2" name="文本框 1"/>
            <p:cNvSpPr txBox="1"/>
            <p:nvPr>
              <p:custDataLst>
                <p:tags r:id="rId2"/>
              </p:custDataLst>
            </p:nvPr>
          </p:nvSpPr>
          <p:spPr>
            <a:xfrm>
              <a:off x="11728" y="2250"/>
              <a:ext cx="387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+mj-ea"/>
                  <a:ea typeface="+mj-ea"/>
                </a:rPr>
                <a:t>学术背景</a:t>
              </a:r>
              <a:endParaRPr lang="zh-CN" altLang="en-US" sz="2800" b="1" dirty="0">
                <a:latin typeface="+mj-ea"/>
                <a:ea typeface="+mj-ea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11728" y="2947"/>
              <a:ext cx="558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</a:rPr>
                <a:t>Academic background</a:t>
              </a:r>
              <a:endParaRPr lang="en-US" altLang="zh-CN" sz="1600" dirty="0">
                <a:latin typeface="+mn-ea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4"/>
              </p:custDataLst>
            </p:nvPr>
          </p:nvSpPr>
          <p:spPr>
            <a:xfrm>
              <a:off x="9996" y="2308"/>
              <a:ext cx="1285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+mj-ea"/>
                  <a:ea typeface="+mj-ea"/>
                </a:rPr>
                <a:t>01</a:t>
              </a:r>
              <a:endParaRPr lang="zh-CN" altLang="en-US" sz="4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5"/>
              </p:custDataLst>
            </p:nvPr>
          </p:nvCxnSpPr>
          <p:spPr>
            <a:xfrm>
              <a:off x="11475" y="2449"/>
              <a:ext cx="0" cy="89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6402438" y="2310600"/>
            <a:ext cx="4644770" cy="780415"/>
            <a:chOff x="9996" y="3929"/>
            <a:chExt cx="7314" cy="1229"/>
          </a:xfrm>
        </p:grpSpPr>
        <p:sp>
          <p:nvSpPr>
            <p:cNvPr id="13" name="文本框 12"/>
            <p:cNvSpPr txBox="1"/>
            <p:nvPr>
              <p:custDataLst>
                <p:tags r:id="rId7"/>
              </p:custDataLst>
            </p:nvPr>
          </p:nvSpPr>
          <p:spPr>
            <a:xfrm>
              <a:off x="11728" y="3929"/>
              <a:ext cx="387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+mj-ea"/>
                  <a:ea typeface="+mj-ea"/>
                </a:rPr>
                <a:t>科研经历</a:t>
              </a:r>
              <a:endParaRPr lang="zh-CN" altLang="en-US" sz="2800" b="1" dirty="0">
                <a:latin typeface="+mj-ea"/>
                <a:ea typeface="+mj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8"/>
              </p:custDataLst>
            </p:nvPr>
          </p:nvSpPr>
          <p:spPr>
            <a:xfrm>
              <a:off x="11728" y="4627"/>
              <a:ext cx="558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</a:rPr>
                <a:t>Research experience</a:t>
              </a:r>
              <a:endParaRPr lang="en-US" altLang="zh-CN" sz="1600" dirty="0">
                <a:latin typeface="+mn-ea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9"/>
              </p:custDataLst>
            </p:nvPr>
          </p:nvSpPr>
          <p:spPr>
            <a:xfrm>
              <a:off x="9996" y="3987"/>
              <a:ext cx="1285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+mj-ea"/>
                  <a:ea typeface="+mj-ea"/>
                </a:rPr>
                <a:t>02</a:t>
              </a:r>
              <a:endParaRPr lang="zh-CN" altLang="en-US" sz="4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16" name="直接连接符 15"/>
            <p:cNvCxnSpPr/>
            <p:nvPr>
              <p:custDataLst>
                <p:tags r:id="rId10"/>
              </p:custDataLst>
            </p:nvPr>
          </p:nvCxnSpPr>
          <p:spPr>
            <a:xfrm>
              <a:off x="11475" y="4095"/>
              <a:ext cx="0" cy="89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11"/>
            </p:custDataLst>
          </p:nvPr>
        </p:nvGrpSpPr>
        <p:grpSpPr>
          <a:xfrm>
            <a:off x="6402438" y="3631400"/>
            <a:ext cx="4644770" cy="779780"/>
            <a:chOff x="9996" y="5609"/>
            <a:chExt cx="7314" cy="1228"/>
          </a:xfrm>
        </p:grpSpPr>
        <p:sp>
          <p:nvSpPr>
            <p:cNvPr id="17" name="文本框 16"/>
            <p:cNvSpPr txBox="1"/>
            <p:nvPr>
              <p:custDataLst>
                <p:tags r:id="rId12"/>
              </p:custDataLst>
            </p:nvPr>
          </p:nvSpPr>
          <p:spPr>
            <a:xfrm>
              <a:off x="11728" y="5609"/>
              <a:ext cx="387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+mj-ea"/>
                  <a:ea typeface="+mj-ea"/>
                </a:rPr>
                <a:t>实践经历</a:t>
              </a:r>
              <a:endParaRPr lang="zh-CN" altLang="en-US" sz="2800" b="1" dirty="0">
                <a:latin typeface="+mj-ea"/>
                <a:ea typeface="+mj-ea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3"/>
              </p:custDataLst>
            </p:nvPr>
          </p:nvSpPr>
          <p:spPr>
            <a:xfrm>
              <a:off x="11728" y="6306"/>
              <a:ext cx="558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</a:rPr>
                <a:t>Practical experience</a:t>
              </a:r>
              <a:endParaRPr lang="en-US" altLang="zh-CN" sz="1600" dirty="0">
                <a:latin typeface="+mn-ea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4"/>
              </p:custDataLst>
            </p:nvPr>
          </p:nvSpPr>
          <p:spPr>
            <a:xfrm>
              <a:off x="9996" y="5667"/>
              <a:ext cx="1285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+mj-ea"/>
                  <a:ea typeface="+mj-ea"/>
                </a:rPr>
                <a:t>03</a:t>
              </a:r>
              <a:endParaRPr lang="zh-CN" altLang="en-US" sz="4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20" name="直接连接符 19"/>
            <p:cNvCxnSpPr/>
            <p:nvPr>
              <p:custDataLst>
                <p:tags r:id="rId15"/>
              </p:custDataLst>
            </p:nvPr>
          </p:nvCxnSpPr>
          <p:spPr>
            <a:xfrm>
              <a:off x="11475" y="5774"/>
              <a:ext cx="0" cy="89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>
            <p:custDataLst>
              <p:tags r:id="rId16"/>
            </p:custDataLst>
          </p:nvPr>
        </p:nvGrpSpPr>
        <p:grpSpPr>
          <a:xfrm>
            <a:off x="6402438" y="4951565"/>
            <a:ext cx="4644770" cy="779780"/>
            <a:chOff x="9996" y="7288"/>
            <a:chExt cx="7314" cy="1228"/>
          </a:xfrm>
        </p:grpSpPr>
        <p:sp>
          <p:nvSpPr>
            <p:cNvPr id="21" name="文本框 20"/>
            <p:cNvSpPr txBox="1"/>
            <p:nvPr>
              <p:custDataLst>
                <p:tags r:id="rId17"/>
              </p:custDataLst>
            </p:nvPr>
          </p:nvSpPr>
          <p:spPr>
            <a:xfrm>
              <a:off x="11728" y="7288"/>
              <a:ext cx="387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+mj-ea"/>
                  <a:ea typeface="+mj-ea"/>
                </a:rPr>
                <a:t>研究生规划</a:t>
              </a:r>
              <a:endParaRPr lang="zh-CN" altLang="en-US" sz="2800" b="1" dirty="0">
                <a:latin typeface="+mj-ea"/>
                <a:ea typeface="+mj-ea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8"/>
              </p:custDataLst>
            </p:nvPr>
          </p:nvSpPr>
          <p:spPr>
            <a:xfrm>
              <a:off x="11728" y="7985"/>
              <a:ext cx="558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</a:rPr>
                <a:t>Future planning</a:t>
              </a:r>
              <a:endParaRPr lang="en-US" altLang="zh-CN" sz="1600" dirty="0">
                <a:latin typeface="+mn-ea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9"/>
              </p:custDataLst>
            </p:nvPr>
          </p:nvSpPr>
          <p:spPr>
            <a:xfrm>
              <a:off x="9996" y="7346"/>
              <a:ext cx="1285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+mj-ea"/>
                  <a:ea typeface="+mj-ea"/>
                </a:rPr>
                <a:t>04</a:t>
              </a:r>
              <a:endParaRPr lang="zh-CN" altLang="en-US" sz="4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24" name="直接连接符 23"/>
            <p:cNvCxnSpPr/>
            <p:nvPr>
              <p:custDataLst>
                <p:tags r:id="rId20"/>
              </p:custDataLst>
            </p:nvPr>
          </p:nvCxnSpPr>
          <p:spPr>
            <a:xfrm>
              <a:off x="11475" y="7454"/>
              <a:ext cx="0" cy="89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826015"/>
            <a:ext cx="12192000" cy="2467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Freeform 61"/>
          <p:cNvSpPr/>
          <p:nvPr/>
        </p:nvSpPr>
        <p:spPr bwMode="auto">
          <a:xfrm>
            <a:off x="3126406" y="1908443"/>
            <a:ext cx="2229610" cy="2302796"/>
          </a:xfrm>
          <a:custGeom>
            <a:avLst/>
            <a:gdLst>
              <a:gd name="T0" fmla="*/ 122 w 148"/>
              <a:gd name="T1" fmla="*/ 45 h 171"/>
              <a:gd name="T2" fmla="*/ 129 w 148"/>
              <a:gd name="T3" fmla="*/ 45 h 171"/>
              <a:gd name="T4" fmla="*/ 129 w 148"/>
              <a:gd name="T5" fmla="*/ 38 h 171"/>
              <a:gd name="T6" fmla="*/ 94 w 148"/>
              <a:gd name="T7" fmla="*/ 3 h 171"/>
              <a:gd name="T8" fmla="*/ 89 w 148"/>
              <a:gd name="T9" fmla="*/ 0 h 171"/>
              <a:gd name="T10" fmla="*/ 85 w 148"/>
              <a:gd name="T11" fmla="*/ 3 h 171"/>
              <a:gd name="T12" fmla="*/ 3 w 148"/>
              <a:gd name="T13" fmla="*/ 81 h 171"/>
              <a:gd name="T14" fmla="*/ 0 w 148"/>
              <a:gd name="T15" fmla="*/ 85 h 171"/>
              <a:gd name="T16" fmla="*/ 3 w 148"/>
              <a:gd name="T17" fmla="*/ 90 h 171"/>
              <a:gd name="T18" fmla="*/ 85 w 148"/>
              <a:gd name="T19" fmla="*/ 168 h 171"/>
              <a:gd name="T20" fmla="*/ 89 w 148"/>
              <a:gd name="T21" fmla="*/ 171 h 171"/>
              <a:gd name="T22" fmla="*/ 94 w 148"/>
              <a:gd name="T23" fmla="*/ 168 h 171"/>
              <a:gd name="T24" fmla="*/ 145 w 148"/>
              <a:gd name="T25" fmla="*/ 121 h 171"/>
              <a:gd name="T26" fmla="*/ 148 w 148"/>
              <a:gd name="T27" fmla="*/ 116 h 171"/>
              <a:gd name="T28" fmla="*/ 145 w 148"/>
              <a:gd name="T29" fmla="*/ 112 h 171"/>
              <a:gd name="T30" fmla="*/ 94 w 148"/>
              <a:gd name="T31" fmla="*/ 58 h 171"/>
              <a:gd name="T32" fmla="*/ 89 w 148"/>
              <a:gd name="T33" fmla="*/ 56 h 171"/>
              <a:gd name="T34" fmla="*/ 84 w 148"/>
              <a:gd name="T35" fmla="*/ 59 h 171"/>
              <a:gd name="T36" fmla="*/ 54 w 148"/>
              <a:gd name="T37" fmla="*/ 87 h 171"/>
              <a:gd name="T38" fmla="*/ 52 w 148"/>
              <a:gd name="T39" fmla="*/ 92 h 171"/>
              <a:gd name="T40" fmla="*/ 53 w 148"/>
              <a:gd name="T41" fmla="*/ 95 h 171"/>
              <a:gd name="T42" fmla="*/ 54 w 148"/>
              <a:gd name="T43" fmla="*/ 96 h 171"/>
              <a:gd name="T44" fmla="*/ 77 w 148"/>
              <a:gd name="T45" fmla="*/ 119 h 171"/>
              <a:gd name="T46" fmla="*/ 82 w 148"/>
              <a:gd name="T47" fmla="*/ 122 h 171"/>
              <a:gd name="T48" fmla="*/ 86 w 148"/>
              <a:gd name="T49" fmla="*/ 119 h 171"/>
              <a:gd name="T50" fmla="*/ 99 w 148"/>
              <a:gd name="T51" fmla="*/ 106 h 171"/>
              <a:gd name="T52" fmla="*/ 99 w 148"/>
              <a:gd name="T53" fmla="*/ 99 h 171"/>
              <a:gd name="T54" fmla="*/ 92 w 148"/>
              <a:gd name="T55" fmla="*/ 99 h 171"/>
              <a:gd name="T56" fmla="*/ 81 w 148"/>
              <a:gd name="T57" fmla="*/ 109 h 171"/>
              <a:gd name="T58" fmla="*/ 64 w 148"/>
              <a:gd name="T59" fmla="*/ 92 h 171"/>
              <a:gd name="T60" fmla="*/ 89 w 148"/>
              <a:gd name="T61" fmla="*/ 68 h 171"/>
              <a:gd name="T62" fmla="*/ 136 w 148"/>
              <a:gd name="T63" fmla="*/ 116 h 171"/>
              <a:gd name="T64" fmla="*/ 90 w 148"/>
              <a:gd name="T65" fmla="*/ 159 h 171"/>
              <a:gd name="T66" fmla="*/ 13 w 148"/>
              <a:gd name="T67" fmla="*/ 86 h 171"/>
              <a:gd name="T68" fmla="*/ 90 w 148"/>
              <a:gd name="T69" fmla="*/ 12 h 171"/>
              <a:gd name="T70" fmla="*/ 122 w 148"/>
              <a:gd name="T71" fmla="*/ 45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8" h="171">
                <a:moveTo>
                  <a:pt x="122" y="45"/>
                </a:moveTo>
                <a:cubicBezTo>
                  <a:pt x="124" y="47"/>
                  <a:pt x="127" y="47"/>
                  <a:pt x="129" y="45"/>
                </a:cubicBezTo>
                <a:cubicBezTo>
                  <a:pt x="131" y="43"/>
                  <a:pt x="131" y="40"/>
                  <a:pt x="129" y="38"/>
                </a:cubicBezTo>
                <a:cubicBezTo>
                  <a:pt x="94" y="3"/>
                  <a:pt x="94" y="3"/>
                  <a:pt x="94" y="3"/>
                </a:cubicBezTo>
                <a:cubicBezTo>
                  <a:pt x="93" y="1"/>
                  <a:pt x="92" y="0"/>
                  <a:pt x="89" y="0"/>
                </a:cubicBezTo>
                <a:cubicBezTo>
                  <a:pt x="87" y="1"/>
                  <a:pt x="86" y="2"/>
                  <a:pt x="85" y="3"/>
                </a:cubicBezTo>
                <a:cubicBezTo>
                  <a:pt x="3" y="81"/>
                  <a:pt x="3" y="81"/>
                  <a:pt x="3" y="81"/>
                </a:cubicBezTo>
                <a:cubicBezTo>
                  <a:pt x="2" y="82"/>
                  <a:pt x="0" y="83"/>
                  <a:pt x="0" y="85"/>
                </a:cubicBezTo>
                <a:cubicBezTo>
                  <a:pt x="0" y="88"/>
                  <a:pt x="1" y="89"/>
                  <a:pt x="3" y="90"/>
                </a:cubicBezTo>
                <a:cubicBezTo>
                  <a:pt x="85" y="168"/>
                  <a:pt x="85" y="168"/>
                  <a:pt x="85" y="168"/>
                </a:cubicBezTo>
                <a:cubicBezTo>
                  <a:pt x="87" y="170"/>
                  <a:pt x="87" y="171"/>
                  <a:pt x="89" y="171"/>
                </a:cubicBezTo>
                <a:cubicBezTo>
                  <a:pt x="92" y="171"/>
                  <a:pt x="93" y="170"/>
                  <a:pt x="94" y="168"/>
                </a:cubicBezTo>
                <a:cubicBezTo>
                  <a:pt x="145" y="121"/>
                  <a:pt x="145" y="121"/>
                  <a:pt x="145" y="121"/>
                </a:cubicBezTo>
                <a:cubicBezTo>
                  <a:pt x="146" y="120"/>
                  <a:pt x="148" y="119"/>
                  <a:pt x="148" y="116"/>
                </a:cubicBezTo>
                <a:cubicBezTo>
                  <a:pt x="148" y="114"/>
                  <a:pt x="147" y="113"/>
                  <a:pt x="145" y="112"/>
                </a:cubicBezTo>
                <a:cubicBezTo>
                  <a:pt x="94" y="58"/>
                  <a:pt x="94" y="58"/>
                  <a:pt x="94" y="58"/>
                </a:cubicBezTo>
                <a:cubicBezTo>
                  <a:pt x="92" y="57"/>
                  <a:pt x="91" y="56"/>
                  <a:pt x="89" y="56"/>
                </a:cubicBezTo>
                <a:cubicBezTo>
                  <a:pt x="87" y="56"/>
                  <a:pt x="86" y="57"/>
                  <a:pt x="84" y="59"/>
                </a:cubicBezTo>
                <a:cubicBezTo>
                  <a:pt x="54" y="87"/>
                  <a:pt x="54" y="87"/>
                  <a:pt x="54" y="87"/>
                </a:cubicBezTo>
                <a:cubicBezTo>
                  <a:pt x="53" y="89"/>
                  <a:pt x="52" y="90"/>
                  <a:pt x="52" y="92"/>
                </a:cubicBezTo>
                <a:cubicBezTo>
                  <a:pt x="52" y="93"/>
                  <a:pt x="52" y="95"/>
                  <a:pt x="53" y="95"/>
                </a:cubicBezTo>
                <a:cubicBezTo>
                  <a:pt x="53" y="96"/>
                  <a:pt x="53" y="96"/>
                  <a:pt x="54" y="96"/>
                </a:cubicBezTo>
                <a:cubicBezTo>
                  <a:pt x="77" y="119"/>
                  <a:pt x="77" y="119"/>
                  <a:pt x="77" y="119"/>
                </a:cubicBezTo>
                <a:cubicBezTo>
                  <a:pt x="78" y="120"/>
                  <a:pt x="79" y="122"/>
                  <a:pt x="82" y="122"/>
                </a:cubicBezTo>
                <a:cubicBezTo>
                  <a:pt x="84" y="121"/>
                  <a:pt x="85" y="120"/>
                  <a:pt x="86" y="119"/>
                </a:cubicBezTo>
                <a:cubicBezTo>
                  <a:pt x="99" y="106"/>
                  <a:pt x="99" y="106"/>
                  <a:pt x="99" y="106"/>
                </a:cubicBezTo>
                <a:cubicBezTo>
                  <a:pt x="101" y="104"/>
                  <a:pt x="101" y="100"/>
                  <a:pt x="99" y="99"/>
                </a:cubicBezTo>
                <a:cubicBezTo>
                  <a:pt x="97" y="97"/>
                  <a:pt x="94" y="97"/>
                  <a:pt x="92" y="99"/>
                </a:cubicBezTo>
                <a:cubicBezTo>
                  <a:pt x="81" y="109"/>
                  <a:pt x="81" y="109"/>
                  <a:pt x="81" y="109"/>
                </a:cubicBezTo>
                <a:cubicBezTo>
                  <a:pt x="64" y="92"/>
                  <a:pt x="64" y="92"/>
                  <a:pt x="64" y="92"/>
                </a:cubicBezTo>
                <a:cubicBezTo>
                  <a:pt x="89" y="68"/>
                  <a:pt x="89" y="68"/>
                  <a:pt x="89" y="68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13" y="86"/>
                  <a:pt x="13" y="86"/>
                  <a:pt x="13" y="86"/>
                </a:cubicBezTo>
                <a:cubicBezTo>
                  <a:pt x="90" y="12"/>
                  <a:pt x="90" y="12"/>
                  <a:pt x="90" y="12"/>
                </a:cubicBezTo>
                <a:cubicBezTo>
                  <a:pt x="122" y="45"/>
                  <a:pt x="122" y="45"/>
                  <a:pt x="122" y="45"/>
                </a:cubicBezTo>
                <a:close/>
              </a:path>
            </a:pathLst>
          </a:custGeom>
          <a:solidFill>
            <a:srgbClr val="FBD7B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11398143" y="87905"/>
            <a:ext cx="702189" cy="702189"/>
            <a:chOff x="114300" y="101600"/>
            <a:chExt cx="702189" cy="702189"/>
          </a:xfrm>
        </p:grpSpPr>
        <p:sp>
          <p:nvSpPr>
            <p:cNvPr id="43" name="任意多边形: 形状 42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88900" y="6053146"/>
            <a:ext cx="702189" cy="702189"/>
            <a:chOff x="114300" y="101600"/>
            <a:chExt cx="702189" cy="702189"/>
          </a:xfrm>
        </p:grpSpPr>
        <p:sp>
          <p:nvSpPr>
            <p:cNvPr id="69" name="任意多边形: 形状 68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04" name="mortarboard_91314"/>
          <p:cNvSpPr/>
          <p:nvPr/>
        </p:nvSpPr>
        <p:spPr>
          <a:xfrm>
            <a:off x="10156357" y="5373815"/>
            <a:ext cx="1397239" cy="877179"/>
          </a:xfrm>
          <a:custGeom>
            <a:avLst/>
            <a:gdLst>
              <a:gd name="T0" fmla="*/ 2357 w 2416"/>
              <a:gd name="T1" fmla="*/ 389 h 1519"/>
              <a:gd name="T2" fmla="*/ 1236 w 2416"/>
              <a:gd name="T3" fmla="*/ 6 h 1519"/>
              <a:gd name="T4" fmla="*/ 1180 w 2416"/>
              <a:gd name="T5" fmla="*/ 6 h 1519"/>
              <a:gd name="T6" fmla="*/ 59 w 2416"/>
              <a:gd name="T7" fmla="*/ 389 h 1519"/>
              <a:gd name="T8" fmla="*/ 0 w 2416"/>
              <a:gd name="T9" fmla="*/ 471 h 1519"/>
              <a:gd name="T10" fmla="*/ 59 w 2416"/>
              <a:gd name="T11" fmla="*/ 553 h 1519"/>
              <a:gd name="T12" fmla="*/ 495 w 2416"/>
              <a:gd name="T13" fmla="*/ 701 h 1519"/>
              <a:gd name="T14" fmla="*/ 495 w 2416"/>
              <a:gd name="T15" fmla="*/ 1153 h 1519"/>
              <a:gd name="T16" fmla="*/ 517 w 2416"/>
              <a:gd name="T17" fmla="*/ 1211 h 1519"/>
              <a:gd name="T18" fmla="*/ 1213 w 2416"/>
              <a:gd name="T19" fmla="*/ 1519 h 1519"/>
              <a:gd name="T20" fmla="*/ 1898 w 2416"/>
              <a:gd name="T21" fmla="*/ 1223 h 1519"/>
              <a:gd name="T22" fmla="*/ 1921 w 2416"/>
              <a:gd name="T23" fmla="*/ 1164 h 1519"/>
              <a:gd name="T24" fmla="*/ 1921 w 2416"/>
              <a:gd name="T25" fmla="*/ 702 h 1519"/>
              <a:gd name="T26" fmla="*/ 2101 w 2416"/>
              <a:gd name="T27" fmla="*/ 640 h 1519"/>
              <a:gd name="T28" fmla="*/ 2101 w 2416"/>
              <a:gd name="T29" fmla="*/ 858 h 1519"/>
              <a:gd name="T30" fmla="*/ 2068 w 2416"/>
              <a:gd name="T31" fmla="*/ 926 h 1519"/>
              <a:gd name="T32" fmla="*/ 2068 w 2416"/>
              <a:gd name="T33" fmla="*/ 1138 h 1519"/>
              <a:gd name="T34" fmla="*/ 2155 w 2416"/>
              <a:gd name="T35" fmla="*/ 1224 h 1519"/>
              <a:gd name="T36" fmla="*/ 2241 w 2416"/>
              <a:gd name="T37" fmla="*/ 1138 h 1519"/>
              <a:gd name="T38" fmla="*/ 2241 w 2416"/>
              <a:gd name="T39" fmla="*/ 926 h 1519"/>
              <a:gd name="T40" fmla="*/ 2208 w 2416"/>
              <a:gd name="T41" fmla="*/ 858 h 1519"/>
              <a:gd name="T42" fmla="*/ 2208 w 2416"/>
              <a:gd name="T43" fmla="*/ 604 h 1519"/>
              <a:gd name="T44" fmla="*/ 2357 w 2416"/>
              <a:gd name="T45" fmla="*/ 553 h 1519"/>
              <a:gd name="T46" fmla="*/ 2416 w 2416"/>
              <a:gd name="T47" fmla="*/ 471 h 1519"/>
              <a:gd name="T48" fmla="*/ 2357 w 2416"/>
              <a:gd name="T49" fmla="*/ 389 h 1519"/>
              <a:gd name="T50" fmla="*/ 1748 w 2416"/>
              <a:gd name="T51" fmla="*/ 1128 h 1519"/>
              <a:gd name="T52" fmla="*/ 1213 w 2416"/>
              <a:gd name="T53" fmla="*/ 1345 h 1519"/>
              <a:gd name="T54" fmla="*/ 668 w 2416"/>
              <a:gd name="T55" fmla="*/ 1118 h 1519"/>
              <a:gd name="T56" fmla="*/ 668 w 2416"/>
              <a:gd name="T57" fmla="*/ 760 h 1519"/>
              <a:gd name="T58" fmla="*/ 1183 w 2416"/>
              <a:gd name="T59" fmla="*/ 935 h 1519"/>
              <a:gd name="T60" fmla="*/ 1211 w 2416"/>
              <a:gd name="T61" fmla="*/ 939 h 1519"/>
              <a:gd name="T62" fmla="*/ 1239 w 2416"/>
              <a:gd name="T63" fmla="*/ 935 h 1519"/>
              <a:gd name="T64" fmla="*/ 1748 w 2416"/>
              <a:gd name="T65" fmla="*/ 761 h 1519"/>
              <a:gd name="T66" fmla="*/ 1748 w 2416"/>
              <a:gd name="T67" fmla="*/ 1128 h 1519"/>
              <a:gd name="T68" fmla="*/ 1210 w 2416"/>
              <a:gd name="T69" fmla="*/ 761 h 1519"/>
              <a:gd name="T70" fmla="*/ 356 w 2416"/>
              <a:gd name="T71" fmla="*/ 470 h 1519"/>
              <a:gd name="T72" fmla="*/ 1208 w 2416"/>
              <a:gd name="T73" fmla="*/ 180 h 1519"/>
              <a:gd name="T74" fmla="*/ 2061 w 2416"/>
              <a:gd name="T75" fmla="*/ 471 h 1519"/>
              <a:gd name="T76" fmla="*/ 1210 w 2416"/>
              <a:gd name="T77" fmla="*/ 761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16" h="1519">
                <a:moveTo>
                  <a:pt x="2357" y="389"/>
                </a:moveTo>
                <a:lnTo>
                  <a:pt x="1236" y="6"/>
                </a:lnTo>
                <a:cubicBezTo>
                  <a:pt x="1218" y="0"/>
                  <a:pt x="1198" y="0"/>
                  <a:pt x="1180" y="6"/>
                </a:cubicBezTo>
                <a:lnTo>
                  <a:pt x="59" y="389"/>
                </a:lnTo>
                <a:cubicBezTo>
                  <a:pt x="24" y="400"/>
                  <a:pt x="0" y="433"/>
                  <a:pt x="0" y="471"/>
                </a:cubicBezTo>
                <a:cubicBezTo>
                  <a:pt x="0" y="508"/>
                  <a:pt x="24" y="541"/>
                  <a:pt x="59" y="553"/>
                </a:cubicBezTo>
                <a:lnTo>
                  <a:pt x="495" y="701"/>
                </a:lnTo>
                <a:lnTo>
                  <a:pt x="495" y="1153"/>
                </a:lnTo>
                <a:cubicBezTo>
                  <a:pt x="495" y="1174"/>
                  <a:pt x="503" y="1195"/>
                  <a:pt x="517" y="1211"/>
                </a:cubicBezTo>
                <a:cubicBezTo>
                  <a:pt x="695" y="1406"/>
                  <a:pt x="949" y="1519"/>
                  <a:pt x="1213" y="1519"/>
                </a:cubicBezTo>
                <a:cubicBezTo>
                  <a:pt x="1475" y="1519"/>
                  <a:pt x="1718" y="1414"/>
                  <a:pt x="1898" y="1223"/>
                </a:cubicBezTo>
                <a:cubicBezTo>
                  <a:pt x="1913" y="1207"/>
                  <a:pt x="1921" y="1186"/>
                  <a:pt x="1921" y="1164"/>
                </a:cubicBezTo>
                <a:lnTo>
                  <a:pt x="1921" y="702"/>
                </a:lnTo>
                <a:lnTo>
                  <a:pt x="2101" y="640"/>
                </a:lnTo>
                <a:lnTo>
                  <a:pt x="2101" y="858"/>
                </a:lnTo>
                <a:cubicBezTo>
                  <a:pt x="2081" y="874"/>
                  <a:pt x="2068" y="898"/>
                  <a:pt x="2068" y="926"/>
                </a:cubicBezTo>
                <a:lnTo>
                  <a:pt x="2068" y="1138"/>
                </a:lnTo>
                <a:cubicBezTo>
                  <a:pt x="2068" y="1185"/>
                  <a:pt x="2107" y="1224"/>
                  <a:pt x="2155" y="1224"/>
                </a:cubicBezTo>
                <a:cubicBezTo>
                  <a:pt x="2203" y="1224"/>
                  <a:pt x="2241" y="1185"/>
                  <a:pt x="2241" y="1138"/>
                </a:cubicBezTo>
                <a:lnTo>
                  <a:pt x="2241" y="926"/>
                </a:lnTo>
                <a:cubicBezTo>
                  <a:pt x="2241" y="898"/>
                  <a:pt x="2228" y="874"/>
                  <a:pt x="2208" y="858"/>
                </a:cubicBezTo>
                <a:lnTo>
                  <a:pt x="2208" y="604"/>
                </a:lnTo>
                <a:lnTo>
                  <a:pt x="2357" y="553"/>
                </a:lnTo>
                <a:cubicBezTo>
                  <a:pt x="2393" y="541"/>
                  <a:pt x="2416" y="508"/>
                  <a:pt x="2416" y="471"/>
                </a:cubicBezTo>
                <a:cubicBezTo>
                  <a:pt x="2416" y="433"/>
                  <a:pt x="2392" y="400"/>
                  <a:pt x="2357" y="389"/>
                </a:cubicBezTo>
                <a:close/>
                <a:moveTo>
                  <a:pt x="1748" y="1128"/>
                </a:moveTo>
                <a:cubicBezTo>
                  <a:pt x="1604" y="1268"/>
                  <a:pt x="1415" y="1345"/>
                  <a:pt x="1213" y="1345"/>
                </a:cubicBezTo>
                <a:cubicBezTo>
                  <a:pt x="1009" y="1345"/>
                  <a:pt x="812" y="1263"/>
                  <a:pt x="668" y="1118"/>
                </a:cubicBezTo>
                <a:lnTo>
                  <a:pt x="668" y="760"/>
                </a:lnTo>
                <a:lnTo>
                  <a:pt x="1183" y="935"/>
                </a:lnTo>
                <a:cubicBezTo>
                  <a:pt x="1192" y="938"/>
                  <a:pt x="1201" y="939"/>
                  <a:pt x="1211" y="939"/>
                </a:cubicBezTo>
                <a:cubicBezTo>
                  <a:pt x="1220" y="939"/>
                  <a:pt x="1229" y="938"/>
                  <a:pt x="1239" y="935"/>
                </a:cubicBezTo>
                <a:lnTo>
                  <a:pt x="1748" y="761"/>
                </a:lnTo>
                <a:lnTo>
                  <a:pt x="1748" y="1128"/>
                </a:lnTo>
                <a:close/>
                <a:moveTo>
                  <a:pt x="1210" y="761"/>
                </a:moveTo>
                <a:lnTo>
                  <a:pt x="356" y="470"/>
                </a:lnTo>
                <a:lnTo>
                  <a:pt x="1208" y="180"/>
                </a:lnTo>
                <a:lnTo>
                  <a:pt x="2061" y="471"/>
                </a:lnTo>
                <a:lnTo>
                  <a:pt x="1210" y="7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5" name="文本框 44"/>
          <p:cNvSpPr txBox="1"/>
          <p:nvPr/>
        </p:nvSpPr>
        <p:spPr>
          <a:xfrm>
            <a:off x="3455622" y="2275011"/>
            <a:ext cx="17812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spc="300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13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34200" y="3660005"/>
            <a:ext cx="1624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pc="300" dirty="0">
                <a:solidFill>
                  <a:schemeClr val="bg1"/>
                </a:solidFill>
              </a:rPr>
              <a:t>PART ONE</a:t>
            </a:r>
            <a:endParaRPr lang="zh-CN" altLang="en-US" spc="3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6840" y="2548120"/>
            <a:ext cx="2570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spc="300" dirty="0">
                <a:solidFill>
                  <a:schemeClr val="bg1"/>
                </a:solidFill>
                <a:latin typeface="+mj-ea"/>
                <a:ea typeface="+mj-ea"/>
              </a:rPr>
              <a:t>学术背景</a:t>
            </a:r>
            <a:endParaRPr lang="zh-CN" altLang="en-US" sz="44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50585" y="3429000"/>
            <a:ext cx="322643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Academic background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515756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53562" y="1627247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spc="300" dirty="0">
                <a:solidFill>
                  <a:schemeClr val="bg1"/>
                </a:solidFill>
                <a:latin typeface="+mj-ea"/>
                <a:ea typeface="+mj-ea"/>
              </a:rPr>
              <a:t>学术背景</a:t>
            </a:r>
            <a:endParaRPr lang="zh-CN" altLang="en-US" sz="2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magnifier_67918"/>
          <p:cNvSpPr/>
          <p:nvPr/>
        </p:nvSpPr>
        <p:spPr>
          <a:xfrm>
            <a:off x="171676" y="1683302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/>
          <p:cNvSpPr txBox="1"/>
          <p:nvPr/>
        </p:nvSpPr>
        <p:spPr>
          <a:xfrm>
            <a:off x="753563" y="2455969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科研经历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arget_162761"/>
          <p:cNvSpPr/>
          <p:nvPr/>
        </p:nvSpPr>
        <p:spPr>
          <a:xfrm>
            <a:off x="222992" y="2512024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文本框 33"/>
          <p:cNvSpPr txBox="1"/>
          <p:nvPr/>
        </p:nvSpPr>
        <p:spPr>
          <a:xfrm>
            <a:off x="753563" y="3284691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5" name="sitemaps_92650"/>
          <p:cNvSpPr/>
          <p:nvPr/>
        </p:nvSpPr>
        <p:spPr>
          <a:xfrm>
            <a:off x="222992" y="3340746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文本框 35"/>
          <p:cNvSpPr txBox="1"/>
          <p:nvPr/>
        </p:nvSpPr>
        <p:spPr>
          <a:xfrm>
            <a:off x="753563" y="4113413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7" name="iconfont-1124-715281"/>
          <p:cNvSpPr/>
          <p:nvPr/>
        </p:nvSpPr>
        <p:spPr>
          <a:xfrm>
            <a:off x="222992" y="4169468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等腰三角形 39"/>
          <p:cNvSpPr/>
          <p:nvPr/>
        </p:nvSpPr>
        <p:spPr>
          <a:xfrm rot="5400000" flipH="1">
            <a:off x="2511592" y="2036145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等腰三角形 42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个人信息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847301" y="1882942"/>
            <a:ext cx="2439217" cy="2439217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3500000" scaled="1"/>
            <a:tileRect/>
          </a:gra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 descr="D:/保研小红书资料/配图/微信图片_20241223155746.png微信图片_20241223155746"/>
          <p:cNvPicPr>
            <a:picLocks noChangeAspect="1"/>
          </p:cNvPicPr>
          <p:nvPr/>
        </p:nvPicPr>
        <p:blipFill rotWithShape="1">
          <a:blip r:embed="rId1"/>
          <a:srcRect l="897" r="897"/>
          <a:stretch>
            <a:fillRect/>
          </a:stretch>
        </p:blipFill>
        <p:spPr>
          <a:xfrm>
            <a:off x="2847301" y="1262472"/>
            <a:ext cx="2439217" cy="3059687"/>
          </a:xfrm>
          <a:prstGeom prst="rect">
            <a:avLst/>
          </a:prstGeom>
        </p:spPr>
      </p:pic>
      <p:sp>
        <p:nvSpPr>
          <p:cNvPr id="22" name="矩形: 对角圆角 21"/>
          <p:cNvSpPr/>
          <p:nvPr/>
        </p:nvSpPr>
        <p:spPr>
          <a:xfrm>
            <a:off x="6083046" y="1653446"/>
            <a:ext cx="1959911" cy="506010"/>
          </a:xfrm>
          <a:prstGeom prst="round2DiagRect">
            <a:avLst>
              <a:gd name="adj1" fmla="val 50000"/>
              <a:gd name="adj2" fmla="val 0"/>
            </a:avLst>
          </a:prstGeom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+mj-ea"/>
                <a:ea typeface="+mj-ea"/>
              </a:rPr>
              <a:t>学业成绩</a:t>
            </a:r>
            <a:endParaRPr lang="zh-CN" altLang="en-US" sz="2000" b="1" dirty="0">
              <a:latin typeface="+mj-ea"/>
              <a:ea typeface="+mj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196242" y="5870900"/>
            <a:ext cx="197929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出生年月：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20XX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/06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0" name="Freeform 150"/>
          <p:cNvSpPr>
            <a:spLocks noChangeAspect="1" noEditPoints="1"/>
          </p:cNvSpPr>
          <p:nvPr/>
        </p:nvSpPr>
        <p:spPr bwMode="auto">
          <a:xfrm>
            <a:off x="2918742" y="5948204"/>
            <a:ext cx="219021" cy="219021"/>
          </a:xfrm>
          <a:custGeom>
            <a:avLst/>
            <a:gdLst>
              <a:gd name="T0" fmla="*/ 0 w 125"/>
              <a:gd name="T1" fmla="*/ 102 h 115"/>
              <a:gd name="T2" fmla="*/ 25 w 125"/>
              <a:gd name="T3" fmla="*/ 13 h 115"/>
              <a:gd name="T4" fmla="*/ 50 w 125"/>
              <a:gd name="T5" fmla="*/ 13 h 115"/>
              <a:gd name="T6" fmla="*/ 100 w 125"/>
              <a:gd name="T7" fmla="*/ 25 h 115"/>
              <a:gd name="T8" fmla="*/ 125 w 125"/>
              <a:gd name="T9" fmla="*/ 25 h 115"/>
              <a:gd name="T10" fmla="*/ 113 w 125"/>
              <a:gd name="T11" fmla="*/ 115 h 115"/>
              <a:gd name="T12" fmla="*/ 13 w 125"/>
              <a:gd name="T13" fmla="*/ 102 h 115"/>
              <a:gd name="T14" fmla="*/ 113 w 125"/>
              <a:gd name="T15" fmla="*/ 38 h 115"/>
              <a:gd name="T16" fmla="*/ 19 w 125"/>
              <a:gd name="T17" fmla="*/ 44 h 115"/>
              <a:gd name="T18" fmla="*/ 31 w 125"/>
              <a:gd name="T19" fmla="*/ 57 h 115"/>
              <a:gd name="T20" fmla="*/ 19 w 125"/>
              <a:gd name="T21" fmla="*/ 64 h 115"/>
              <a:gd name="T22" fmla="*/ 31 w 125"/>
              <a:gd name="T23" fmla="*/ 76 h 115"/>
              <a:gd name="T24" fmla="*/ 19 w 125"/>
              <a:gd name="T25" fmla="*/ 83 h 115"/>
              <a:gd name="T26" fmla="*/ 31 w 125"/>
              <a:gd name="T27" fmla="*/ 96 h 115"/>
              <a:gd name="T28" fmla="*/ 38 w 125"/>
              <a:gd name="T29" fmla="*/ 44 h 115"/>
              <a:gd name="T30" fmla="*/ 50 w 125"/>
              <a:gd name="T31" fmla="*/ 57 h 115"/>
              <a:gd name="T32" fmla="*/ 38 w 125"/>
              <a:gd name="T33" fmla="*/ 64 h 115"/>
              <a:gd name="T34" fmla="*/ 50 w 125"/>
              <a:gd name="T35" fmla="*/ 76 h 115"/>
              <a:gd name="T36" fmla="*/ 38 w 125"/>
              <a:gd name="T37" fmla="*/ 83 h 115"/>
              <a:gd name="T38" fmla="*/ 50 w 125"/>
              <a:gd name="T39" fmla="*/ 96 h 115"/>
              <a:gd name="T40" fmla="*/ 56 w 125"/>
              <a:gd name="T41" fmla="*/ 44 h 115"/>
              <a:gd name="T42" fmla="*/ 69 w 125"/>
              <a:gd name="T43" fmla="*/ 57 h 115"/>
              <a:gd name="T44" fmla="*/ 56 w 125"/>
              <a:gd name="T45" fmla="*/ 64 h 115"/>
              <a:gd name="T46" fmla="*/ 69 w 125"/>
              <a:gd name="T47" fmla="*/ 76 h 115"/>
              <a:gd name="T48" fmla="*/ 56 w 125"/>
              <a:gd name="T49" fmla="*/ 83 h 115"/>
              <a:gd name="T50" fmla="*/ 69 w 125"/>
              <a:gd name="T51" fmla="*/ 96 h 115"/>
              <a:gd name="T52" fmla="*/ 75 w 125"/>
              <a:gd name="T53" fmla="*/ 44 h 115"/>
              <a:gd name="T54" fmla="*/ 88 w 125"/>
              <a:gd name="T55" fmla="*/ 57 h 115"/>
              <a:gd name="T56" fmla="*/ 75 w 125"/>
              <a:gd name="T57" fmla="*/ 64 h 115"/>
              <a:gd name="T58" fmla="*/ 88 w 125"/>
              <a:gd name="T59" fmla="*/ 76 h 115"/>
              <a:gd name="T60" fmla="*/ 75 w 125"/>
              <a:gd name="T61" fmla="*/ 83 h 115"/>
              <a:gd name="T62" fmla="*/ 88 w 125"/>
              <a:gd name="T63" fmla="*/ 96 h 115"/>
              <a:gd name="T64" fmla="*/ 94 w 125"/>
              <a:gd name="T65" fmla="*/ 44 h 115"/>
              <a:gd name="T66" fmla="*/ 107 w 125"/>
              <a:gd name="T67" fmla="*/ 57 h 115"/>
              <a:gd name="T68" fmla="*/ 94 w 125"/>
              <a:gd name="T69" fmla="*/ 64 h 115"/>
              <a:gd name="T70" fmla="*/ 107 w 125"/>
              <a:gd name="T71" fmla="*/ 76 h 115"/>
              <a:gd name="T72" fmla="*/ 94 w 125"/>
              <a:gd name="T73" fmla="*/ 83 h 115"/>
              <a:gd name="T74" fmla="*/ 107 w 125"/>
              <a:gd name="T75" fmla="*/ 96 h 115"/>
              <a:gd name="T76" fmla="*/ 94 w 125"/>
              <a:gd name="T77" fmla="*/ 19 h 115"/>
              <a:gd name="T78" fmla="*/ 82 w 125"/>
              <a:gd name="T79" fmla="*/ 0 h 115"/>
              <a:gd name="T80" fmla="*/ 44 w 125"/>
              <a:gd name="T81" fmla="*/ 19 h 115"/>
              <a:gd name="T82" fmla="*/ 31 w 125"/>
              <a:gd name="T83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5" h="115">
                <a:moveTo>
                  <a:pt x="113" y="115"/>
                </a:moveTo>
                <a:cubicBezTo>
                  <a:pt x="13" y="115"/>
                  <a:pt x="13" y="115"/>
                  <a:pt x="13" y="115"/>
                </a:cubicBezTo>
                <a:cubicBezTo>
                  <a:pt x="6" y="115"/>
                  <a:pt x="0" y="109"/>
                  <a:pt x="0" y="102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8"/>
                  <a:pt x="6" y="13"/>
                  <a:pt x="13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25"/>
                  <a:pt x="25" y="25"/>
                  <a:pt x="25" y="25"/>
                </a:cubicBezTo>
                <a:cubicBezTo>
                  <a:pt x="50" y="25"/>
                  <a:pt x="50" y="25"/>
                  <a:pt x="50" y="25"/>
                </a:cubicBezTo>
                <a:cubicBezTo>
                  <a:pt x="50" y="13"/>
                  <a:pt x="50" y="13"/>
                  <a:pt x="50" y="13"/>
                </a:cubicBezTo>
                <a:cubicBezTo>
                  <a:pt x="75" y="13"/>
                  <a:pt x="75" y="13"/>
                  <a:pt x="75" y="13"/>
                </a:cubicBezTo>
                <a:cubicBezTo>
                  <a:pt x="75" y="25"/>
                  <a:pt x="75" y="25"/>
                  <a:pt x="75" y="25"/>
                </a:cubicBezTo>
                <a:cubicBezTo>
                  <a:pt x="100" y="25"/>
                  <a:pt x="100" y="25"/>
                  <a:pt x="100" y="25"/>
                </a:cubicBezTo>
                <a:cubicBezTo>
                  <a:pt x="100" y="13"/>
                  <a:pt x="100" y="13"/>
                  <a:pt x="100" y="13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0" y="13"/>
                  <a:pt x="125" y="18"/>
                  <a:pt x="125" y="25"/>
                </a:cubicBezTo>
                <a:cubicBezTo>
                  <a:pt x="125" y="102"/>
                  <a:pt x="125" y="102"/>
                  <a:pt x="125" y="102"/>
                </a:cubicBezTo>
                <a:cubicBezTo>
                  <a:pt x="125" y="109"/>
                  <a:pt x="120" y="115"/>
                  <a:pt x="113" y="115"/>
                </a:cubicBezTo>
                <a:cubicBezTo>
                  <a:pt x="113" y="115"/>
                  <a:pt x="113" y="115"/>
                  <a:pt x="113" y="115"/>
                </a:cubicBezTo>
                <a:close/>
                <a:moveTo>
                  <a:pt x="113" y="38"/>
                </a:moveTo>
                <a:cubicBezTo>
                  <a:pt x="13" y="38"/>
                  <a:pt x="13" y="38"/>
                  <a:pt x="13" y="38"/>
                </a:cubicBezTo>
                <a:cubicBezTo>
                  <a:pt x="13" y="102"/>
                  <a:pt x="13" y="102"/>
                  <a:pt x="13" y="102"/>
                </a:cubicBezTo>
                <a:cubicBezTo>
                  <a:pt x="113" y="102"/>
                  <a:pt x="113" y="102"/>
                  <a:pt x="113" y="102"/>
                </a:cubicBezTo>
                <a:cubicBezTo>
                  <a:pt x="113" y="38"/>
                  <a:pt x="113" y="38"/>
                  <a:pt x="113" y="38"/>
                </a:cubicBezTo>
                <a:cubicBezTo>
                  <a:pt x="113" y="38"/>
                  <a:pt x="113" y="38"/>
                  <a:pt x="113" y="38"/>
                </a:cubicBezTo>
                <a:close/>
                <a:moveTo>
                  <a:pt x="31" y="57"/>
                </a:moveTo>
                <a:cubicBezTo>
                  <a:pt x="19" y="57"/>
                  <a:pt x="19" y="57"/>
                  <a:pt x="19" y="57"/>
                </a:cubicBezTo>
                <a:cubicBezTo>
                  <a:pt x="19" y="44"/>
                  <a:pt x="19" y="44"/>
                  <a:pt x="19" y="44"/>
                </a:cubicBezTo>
                <a:cubicBezTo>
                  <a:pt x="31" y="44"/>
                  <a:pt x="31" y="44"/>
                  <a:pt x="31" y="44"/>
                </a:cubicBezTo>
                <a:cubicBezTo>
                  <a:pt x="31" y="57"/>
                  <a:pt x="31" y="57"/>
                  <a:pt x="31" y="57"/>
                </a:cubicBezTo>
                <a:cubicBezTo>
                  <a:pt x="31" y="57"/>
                  <a:pt x="31" y="57"/>
                  <a:pt x="31" y="57"/>
                </a:cubicBezTo>
                <a:close/>
                <a:moveTo>
                  <a:pt x="31" y="76"/>
                </a:moveTo>
                <a:cubicBezTo>
                  <a:pt x="19" y="76"/>
                  <a:pt x="19" y="76"/>
                  <a:pt x="19" y="76"/>
                </a:cubicBezTo>
                <a:cubicBezTo>
                  <a:pt x="19" y="64"/>
                  <a:pt x="19" y="64"/>
                  <a:pt x="19" y="64"/>
                </a:cubicBezTo>
                <a:cubicBezTo>
                  <a:pt x="31" y="64"/>
                  <a:pt x="31" y="64"/>
                  <a:pt x="31" y="64"/>
                </a:cubicBezTo>
                <a:cubicBezTo>
                  <a:pt x="31" y="76"/>
                  <a:pt x="31" y="76"/>
                  <a:pt x="31" y="76"/>
                </a:cubicBezTo>
                <a:cubicBezTo>
                  <a:pt x="31" y="76"/>
                  <a:pt x="31" y="76"/>
                  <a:pt x="31" y="76"/>
                </a:cubicBezTo>
                <a:close/>
                <a:moveTo>
                  <a:pt x="31" y="96"/>
                </a:moveTo>
                <a:cubicBezTo>
                  <a:pt x="19" y="96"/>
                  <a:pt x="19" y="96"/>
                  <a:pt x="19" y="96"/>
                </a:cubicBezTo>
                <a:cubicBezTo>
                  <a:pt x="19" y="83"/>
                  <a:pt x="19" y="83"/>
                  <a:pt x="19" y="83"/>
                </a:cubicBezTo>
                <a:cubicBezTo>
                  <a:pt x="31" y="83"/>
                  <a:pt x="31" y="83"/>
                  <a:pt x="31" y="83"/>
                </a:cubicBezTo>
                <a:cubicBezTo>
                  <a:pt x="31" y="96"/>
                  <a:pt x="31" y="96"/>
                  <a:pt x="31" y="96"/>
                </a:cubicBezTo>
                <a:cubicBezTo>
                  <a:pt x="31" y="96"/>
                  <a:pt x="31" y="96"/>
                  <a:pt x="31" y="96"/>
                </a:cubicBezTo>
                <a:close/>
                <a:moveTo>
                  <a:pt x="50" y="57"/>
                </a:moveTo>
                <a:cubicBezTo>
                  <a:pt x="38" y="57"/>
                  <a:pt x="38" y="57"/>
                  <a:pt x="38" y="57"/>
                </a:cubicBezTo>
                <a:cubicBezTo>
                  <a:pt x="38" y="44"/>
                  <a:pt x="38" y="44"/>
                  <a:pt x="38" y="44"/>
                </a:cubicBezTo>
                <a:cubicBezTo>
                  <a:pt x="50" y="44"/>
                  <a:pt x="50" y="44"/>
                  <a:pt x="50" y="44"/>
                </a:cubicBezTo>
                <a:cubicBezTo>
                  <a:pt x="50" y="57"/>
                  <a:pt x="50" y="57"/>
                  <a:pt x="50" y="57"/>
                </a:cubicBezTo>
                <a:cubicBezTo>
                  <a:pt x="50" y="57"/>
                  <a:pt x="50" y="57"/>
                  <a:pt x="50" y="57"/>
                </a:cubicBezTo>
                <a:close/>
                <a:moveTo>
                  <a:pt x="50" y="76"/>
                </a:moveTo>
                <a:cubicBezTo>
                  <a:pt x="38" y="76"/>
                  <a:pt x="38" y="76"/>
                  <a:pt x="38" y="76"/>
                </a:cubicBezTo>
                <a:cubicBezTo>
                  <a:pt x="38" y="64"/>
                  <a:pt x="38" y="64"/>
                  <a:pt x="38" y="6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76"/>
                  <a:pt x="50" y="76"/>
                  <a:pt x="50" y="76"/>
                </a:cubicBezTo>
                <a:cubicBezTo>
                  <a:pt x="50" y="76"/>
                  <a:pt x="50" y="76"/>
                  <a:pt x="50" y="76"/>
                </a:cubicBezTo>
                <a:close/>
                <a:moveTo>
                  <a:pt x="50" y="96"/>
                </a:moveTo>
                <a:cubicBezTo>
                  <a:pt x="38" y="96"/>
                  <a:pt x="38" y="96"/>
                  <a:pt x="38" y="96"/>
                </a:cubicBezTo>
                <a:cubicBezTo>
                  <a:pt x="38" y="83"/>
                  <a:pt x="38" y="83"/>
                  <a:pt x="38" y="83"/>
                </a:cubicBezTo>
                <a:cubicBezTo>
                  <a:pt x="50" y="83"/>
                  <a:pt x="50" y="83"/>
                  <a:pt x="50" y="83"/>
                </a:cubicBezTo>
                <a:cubicBezTo>
                  <a:pt x="50" y="96"/>
                  <a:pt x="50" y="96"/>
                  <a:pt x="50" y="96"/>
                </a:cubicBezTo>
                <a:cubicBezTo>
                  <a:pt x="50" y="96"/>
                  <a:pt x="50" y="96"/>
                  <a:pt x="50" y="96"/>
                </a:cubicBezTo>
                <a:close/>
                <a:moveTo>
                  <a:pt x="69" y="57"/>
                </a:moveTo>
                <a:cubicBezTo>
                  <a:pt x="56" y="57"/>
                  <a:pt x="56" y="57"/>
                  <a:pt x="56" y="57"/>
                </a:cubicBezTo>
                <a:cubicBezTo>
                  <a:pt x="56" y="44"/>
                  <a:pt x="56" y="44"/>
                  <a:pt x="56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57"/>
                  <a:pt x="69" y="57"/>
                  <a:pt x="69" y="57"/>
                </a:cubicBezTo>
                <a:cubicBezTo>
                  <a:pt x="69" y="57"/>
                  <a:pt x="69" y="57"/>
                  <a:pt x="69" y="57"/>
                </a:cubicBezTo>
                <a:close/>
                <a:moveTo>
                  <a:pt x="69" y="76"/>
                </a:moveTo>
                <a:cubicBezTo>
                  <a:pt x="56" y="76"/>
                  <a:pt x="56" y="76"/>
                  <a:pt x="56" y="76"/>
                </a:cubicBezTo>
                <a:cubicBezTo>
                  <a:pt x="56" y="64"/>
                  <a:pt x="56" y="64"/>
                  <a:pt x="56" y="64"/>
                </a:cubicBezTo>
                <a:cubicBezTo>
                  <a:pt x="69" y="64"/>
                  <a:pt x="69" y="64"/>
                  <a:pt x="69" y="64"/>
                </a:cubicBezTo>
                <a:cubicBezTo>
                  <a:pt x="69" y="76"/>
                  <a:pt x="69" y="76"/>
                  <a:pt x="69" y="76"/>
                </a:cubicBezTo>
                <a:cubicBezTo>
                  <a:pt x="69" y="76"/>
                  <a:pt x="69" y="76"/>
                  <a:pt x="69" y="76"/>
                </a:cubicBezTo>
                <a:close/>
                <a:moveTo>
                  <a:pt x="69" y="96"/>
                </a:moveTo>
                <a:cubicBezTo>
                  <a:pt x="56" y="96"/>
                  <a:pt x="56" y="96"/>
                  <a:pt x="56" y="96"/>
                </a:cubicBezTo>
                <a:cubicBezTo>
                  <a:pt x="56" y="83"/>
                  <a:pt x="56" y="83"/>
                  <a:pt x="56" y="83"/>
                </a:cubicBezTo>
                <a:cubicBezTo>
                  <a:pt x="69" y="83"/>
                  <a:pt x="69" y="83"/>
                  <a:pt x="69" y="83"/>
                </a:cubicBezTo>
                <a:cubicBezTo>
                  <a:pt x="69" y="96"/>
                  <a:pt x="69" y="96"/>
                  <a:pt x="69" y="96"/>
                </a:cubicBezTo>
                <a:cubicBezTo>
                  <a:pt x="69" y="96"/>
                  <a:pt x="69" y="96"/>
                  <a:pt x="69" y="96"/>
                </a:cubicBezTo>
                <a:close/>
                <a:moveTo>
                  <a:pt x="88" y="57"/>
                </a:moveTo>
                <a:cubicBezTo>
                  <a:pt x="75" y="57"/>
                  <a:pt x="75" y="57"/>
                  <a:pt x="75" y="57"/>
                </a:cubicBezTo>
                <a:cubicBezTo>
                  <a:pt x="75" y="44"/>
                  <a:pt x="75" y="44"/>
                  <a:pt x="75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57"/>
                  <a:pt x="88" y="57"/>
                  <a:pt x="88" y="57"/>
                </a:cubicBezTo>
                <a:cubicBezTo>
                  <a:pt x="88" y="57"/>
                  <a:pt x="88" y="57"/>
                  <a:pt x="88" y="57"/>
                </a:cubicBezTo>
                <a:close/>
                <a:moveTo>
                  <a:pt x="88" y="76"/>
                </a:moveTo>
                <a:cubicBezTo>
                  <a:pt x="75" y="76"/>
                  <a:pt x="75" y="76"/>
                  <a:pt x="75" y="76"/>
                </a:cubicBezTo>
                <a:cubicBezTo>
                  <a:pt x="75" y="64"/>
                  <a:pt x="75" y="64"/>
                  <a:pt x="75" y="64"/>
                </a:cubicBezTo>
                <a:cubicBezTo>
                  <a:pt x="88" y="64"/>
                  <a:pt x="88" y="64"/>
                  <a:pt x="88" y="64"/>
                </a:cubicBezTo>
                <a:cubicBezTo>
                  <a:pt x="88" y="76"/>
                  <a:pt x="88" y="76"/>
                  <a:pt x="88" y="76"/>
                </a:cubicBezTo>
                <a:cubicBezTo>
                  <a:pt x="88" y="76"/>
                  <a:pt x="88" y="76"/>
                  <a:pt x="88" y="76"/>
                </a:cubicBezTo>
                <a:close/>
                <a:moveTo>
                  <a:pt x="88" y="96"/>
                </a:moveTo>
                <a:cubicBezTo>
                  <a:pt x="75" y="96"/>
                  <a:pt x="75" y="96"/>
                  <a:pt x="75" y="96"/>
                </a:cubicBezTo>
                <a:cubicBezTo>
                  <a:pt x="75" y="83"/>
                  <a:pt x="75" y="83"/>
                  <a:pt x="75" y="83"/>
                </a:cubicBezTo>
                <a:cubicBezTo>
                  <a:pt x="88" y="83"/>
                  <a:pt x="88" y="83"/>
                  <a:pt x="88" y="83"/>
                </a:cubicBezTo>
                <a:cubicBezTo>
                  <a:pt x="88" y="96"/>
                  <a:pt x="88" y="96"/>
                  <a:pt x="88" y="96"/>
                </a:cubicBezTo>
                <a:cubicBezTo>
                  <a:pt x="88" y="96"/>
                  <a:pt x="88" y="96"/>
                  <a:pt x="88" y="96"/>
                </a:cubicBezTo>
                <a:close/>
                <a:moveTo>
                  <a:pt x="107" y="57"/>
                </a:moveTo>
                <a:cubicBezTo>
                  <a:pt x="94" y="57"/>
                  <a:pt x="94" y="57"/>
                  <a:pt x="94" y="57"/>
                </a:cubicBezTo>
                <a:cubicBezTo>
                  <a:pt x="94" y="44"/>
                  <a:pt x="94" y="44"/>
                  <a:pt x="94" y="44"/>
                </a:cubicBezTo>
                <a:cubicBezTo>
                  <a:pt x="107" y="44"/>
                  <a:pt x="107" y="44"/>
                  <a:pt x="107" y="44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7" y="57"/>
                  <a:pt x="107" y="57"/>
                  <a:pt x="107" y="57"/>
                </a:cubicBezTo>
                <a:close/>
                <a:moveTo>
                  <a:pt x="107" y="76"/>
                </a:moveTo>
                <a:cubicBezTo>
                  <a:pt x="94" y="76"/>
                  <a:pt x="94" y="76"/>
                  <a:pt x="94" y="76"/>
                </a:cubicBezTo>
                <a:cubicBezTo>
                  <a:pt x="94" y="64"/>
                  <a:pt x="94" y="64"/>
                  <a:pt x="94" y="64"/>
                </a:cubicBezTo>
                <a:cubicBezTo>
                  <a:pt x="107" y="64"/>
                  <a:pt x="107" y="64"/>
                  <a:pt x="107" y="64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76"/>
                  <a:pt x="107" y="76"/>
                  <a:pt x="107" y="76"/>
                </a:cubicBezTo>
                <a:close/>
                <a:moveTo>
                  <a:pt x="107" y="96"/>
                </a:moveTo>
                <a:cubicBezTo>
                  <a:pt x="94" y="96"/>
                  <a:pt x="94" y="96"/>
                  <a:pt x="94" y="96"/>
                </a:cubicBezTo>
                <a:cubicBezTo>
                  <a:pt x="94" y="83"/>
                  <a:pt x="94" y="83"/>
                  <a:pt x="94" y="83"/>
                </a:cubicBezTo>
                <a:cubicBezTo>
                  <a:pt x="107" y="83"/>
                  <a:pt x="107" y="83"/>
                  <a:pt x="107" y="83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7" y="96"/>
                  <a:pt x="107" y="96"/>
                  <a:pt x="107" y="96"/>
                </a:cubicBezTo>
                <a:close/>
                <a:moveTo>
                  <a:pt x="82" y="0"/>
                </a:moveTo>
                <a:cubicBezTo>
                  <a:pt x="94" y="0"/>
                  <a:pt x="94" y="0"/>
                  <a:pt x="94" y="0"/>
                </a:cubicBezTo>
                <a:cubicBezTo>
                  <a:pt x="94" y="19"/>
                  <a:pt x="94" y="19"/>
                  <a:pt x="94" y="19"/>
                </a:cubicBezTo>
                <a:cubicBezTo>
                  <a:pt x="82" y="19"/>
                  <a:pt x="82" y="19"/>
                  <a:pt x="82" y="19"/>
                </a:cubicBezTo>
                <a:cubicBezTo>
                  <a:pt x="82" y="0"/>
                  <a:pt x="82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lose/>
                <a:moveTo>
                  <a:pt x="31" y="0"/>
                </a:moveTo>
                <a:cubicBezTo>
                  <a:pt x="44" y="0"/>
                  <a:pt x="44" y="0"/>
                  <a:pt x="44" y="0"/>
                </a:cubicBezTo>
                <a:cubicBezTo>
                  <a:pt x="44" y="19"/>
                  <a:pt x="44" y="19"/>
                  <a:pt x="44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  <a:moveTo>
                  <a:pt x="31" y="0"/>
                </a:moveTo>
                <a:cubicBezTo>
                  <a:pt x="31" y="0"/>
                  <a:pt x="31" y="0"/>
                  <a:pt x="31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3196242" y="5417431"/>
            <a:ext cx="20116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政治面貌：共青团员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4" name="Freeform 9"/>
          <p:cNvSpPr>
            <a:spLocks noChangeAspect="1"/>
          </p:cNvSpPr>
          <p:nvPr/>
        </p:nvSpPr>
        <p:spPr bwMode="auto">
          <a:xfrm>
            <a:off x="2895076" y="5484526"/>
            <a:ext cx="266352" cy="239438"/>
          </a:xfrm>
          <a:custGeom>
            <a:avLst/>
            <a:gdLst>
              <a:gd name="T0" fmla="*/ 54 w 126"/>
              <a:gd name="T1" fmla="*/ 1 h 113"/>
              <a:gd name="T2" fmla="*/ 84 w 126"/>
              <a:gd name="T3" fmla="*/ 72 h 113"/>
              <a:gd name="T4" fmla="*/ 49 w 126"/>
              <a:gd name="T5" fmla="*/ 36 h 113"/>
              <a:gd name="T6" fmla="*/ 62 w 126"/>
              <a:gd name="T7" fmla="*/ 23 h 113"/>
              <a:gd name="T8" fmla="*/ 54 w 126"/>
              <a:gd name="T9" fmla="*/ 15 h 113"/>
              <a:gd name="T10" fmla="*/ 37 w 126"/>
              <a:gd name="T11" fmla="*/ 18 h 113"/>
              <a:gd name="T12" fmla="*/ 10 w 126"/>
              <a:gd name="T13" fmla="*/ 45 h 113"/>
              <a:gd name="T14" fmla="*/ 25 w 126"/>
              <a:gd name="T15" fmla="*/ 60 h 113"/>
              <a:gd name="T16" fmla="*/ 35 w 126"/>
              <a:gd name="T17" fmla="*/ 50 h 113"/>
              <a:gd name="T18" fmla="*/ 70 w 126"/>
              <a:gd name="T19" fmla="*/ 85 h 113"/>
              <a:gd name="T20" fmla="*/ 12 w 126"/>
              <a:gd name="T21" fmla="*/ 73 h 113"/>
              <a:gd name="T22" fmla="*/ 3 w 126"/>
              <a:gd name="T23" fmla="*/ 82 h 113"/>
              <a:gd name="T24" fmla="*/ 11 w 126"/>
              <a:gd name="T25" fmla="*/ 91 h 113"/>
              <a:gd name="T26" fmla="*/ 10 w 126"/>
              <a:gd name="T27" fmla="*/ 92 h 113"/>
              <a:gd name="T28" fmla="*/ 8 w 126"/>
              <a:gd name="T29" fmla="*/ 92 h 113"/>
              <a:gd name="T30" fmla="*/ 0 w 126"/>
              <a:gd name="T31" fmla="*/ 100 h 113"/>
              <a:gd name="T32" fmla="*/ 8 w 126"/>
              <a:gd name="T33" fmla="*/ 109 h 113"/>
              <a:gd name="T34" fmla="*/ 17 w 126"/>
              <a:gd name="T35" fmla="*/ 100 h 113"/>
              <a:gd name="T36" fmla="*/ 16 w 126"/>
              <a:gd name="T37" fmla="*/ 99 h 113"/>
              <a:gd name="T38" fmla="*/ 18 w 126"/>
              <a:gd name="T39" fmla="*/ 97 h 113"/>
              <a:gd name="T40" fmla="*/ 84 w 126"/>
              <a:gd name="T41" fmla="*/ 99 h 113"/>
              <a:gd name="T42" fmla="*/ 94 w 126"/>
              <a:gd name="T43" fmla="*/ 108 h 113"/>
              <a:gd name="T44" fmla="*/ 107 w 126"/>
              <a:gd name="T45" fmla="*/ 95 h 113"/>
              <a:gd name="T46" fmla="*/ 97 w 126"/>
              <a:gd name="T47" fmla="*/ 85 h 113"/>
              <a:gd name="T48" fmla="*/ 54 w 126"/>
              <a:gd name="T49" fmla="*/ 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6" h="113">
                <a:moveTo>
                  <a:pt x="54" y="1"/>
                </a:moveTo>
                <a:cubicBezTo>
                  <a:pt x="81" y="12"/>
                  <a:pt x="98" y="45"/>
                  <a:pt x="84" y="72"/>
                </a:cubicBezTo>
                <a:cubicBezTo>
                  <a:pt x="49" y="36"/>
                  <a:pt x="49" y="36"/>
                  <a:pt x="49" y="36"/>
                </a:cubicBezTo>
                <a:cubicBezTo>
                  <a:pt x="62" y="23"/>
                  <a:pt x="62" y="23"/>
                  <a:pt x="62" y="23"/>
                </a:cubicBezTo>
                <a:cubicBezTo>
                  <a:pt x="54" y="15"/>
                  <a:pt x="54" y="15"/>
                  <a:pt x="54" y="15"/>
                </a:cubicBezTo>
                <a:cubicBezTo>
                  <a:pt x="49" y="19"/>
                  <a:pt x="42" y="20"/>
                  <a:pt x="37" y="18"/>
                </a:cubicBezTo>
                <a:cubicBezTo>
                  <a:pt x="10" y="45"/>
                  <a:pt x="10" y="45"/>
                  <a:pt x="10" y="45"/>
                </a:cubicBezTo>
                <a:cubicBezTo>
                  <a:pt x="25" y="60"/>
                  <a:pt x="25" y="60"/>
                  <a:pt x="25" y="60"/>
                </a:cubicBezTo>
                <a:cubicBezTo>
                  <a:pt x="35" y="50"/>
                  <a:pt x="35" y="50"/>
                  <a:pt x="35" y="50"/>
                </a:cubicBezTo>
                <a:cubicBezTo>
                  <a:pt x="70" y="85"/>
                  <a:pt x="70" y="85"/>
                  <a:pt x="70" y="85"/>
                </a:cubicBezTo>
                <a:cubicBezTo>
                  <a:pt x="53" y="95"/>
                  <a:pt x="29" y="92"/>
                  <a:pt x="12" y="73"/>
                </a:cubicBezTo>
                <a:cubicBezTo>
                  <a:pt x="3" y="82"/>
                  <a:pt x="3" y="82"/>
                  <a:pt x="3" y="82"/>
                </a:cubicBezTo>
                <a:cubicBezTo>
                  <a:pt x="6" y="85"/>
                  <a:pt x="8" y="89"/>
                  <a:pt x="11" y="91"/>
                </a:cubicBezTo>
                <a:cubicBezTo>
                  <a:pt x="10" y="91"/>
                  <a:pt x="10" y="92"/>
                  <a:pt x="10" y="92"/>
                </a:cubicBezTo>
                <a:cubicBezTo>
                  <a:pt x="9" y="92"/>
                  <a:pt x="9" y="92"/>
                  <a:pt x="8" y="92"/>
                </a:cubicBezTo>
                <a:cubicBezTo>
                  <a:pt x="4" y="92"/>
                  <a:pt x="0" y="96"/>
                  <a:pt x="0" y="100"/>
                </a:cubicBezTo>
                <a:cubicBezTo>
                  <a:pt x="0" y="105"/>
                  <a:pt x="4" y="109"/>
                  <a:pt x="8" y="109"/>
                </a:cubicBezTo>
                <a:cubicBezTo>
                  <a:pt x="13" y="109"/>
                  <a:pt x="17" y="105"/>
                  <a:pt x="17" y="100"/>
                </a:cubicBezTo>
                <a:cubicBezTo>
                  <a:pt x="17" y="100"/>
                  <a:pt x="16" y="99"/>
                  <a:pt x="16" y="99"/>
                </a:cubicBezTo>
                <a:cubicBezTo>
                  <a:pt x="18" y="97"/>
                  <a:pt x="18" y="97"/>
                  <a:pt x="18" y="97"/>
                </a:cubicBezTo>
                <a:cubicBezTo>
                  <a:pt x="38" y="111"/>
                  <a:pt x="60" y="113"/>
                  <a:pt x="84" y="99"/>
                </a:cubicBezTo>
                <a:cubicBezTo>
                  <a:pt x="94" y="108"/>
                  <a:pt x="94" y="108"/>
                  <a:pt x="94" y="108"/>
                </a:cubicBezTo>
                <a:cubicBezTo>
                  <a:pt x="107" y="95"/>
                  <a:pt x="107" y="95"/>
                  <a:pt x="107" y="95"/>
                </a:cubicBezTo>
                <a:cubicBezTo>
                  <a:pt x="97" y="85"/>
                  <a:pt x="97" y="85"/>
                  <a:pt x="97" y="85"/>
                </a:cubicBezTo>
                <a:cubicBezTo>
                  <a:pt x="126" y="42"/>
                  <a:pt x="88" y="0"/>
                  <a:pt x="5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3196242" y="4510493"/>
            <a:ext cx="185293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本科院校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大学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9" name="graduation-cap_74181"/>
          <p:cNvSpPr/>
          <p:nvPr/>
        </p:nvSpPr>
        <p:spPr>
          <a:xfrm>
            <a:off x="2874126" y="4603098"/>
            <a:ext cx="308252" cy="188418"/>
          </a:xfrm>
          <a:custGeom>
            <a:avLst/>
            <a:gdLst>
              <a:gd name="T0" fmla="*/ 1319 w 2718"/>
              <a:gd name="T1" fmla="*/ 873 h 1664"/>
              <a:gd name="T2" fmla="*/ 55 w 2718"/>
              <a:gd name="T3" fmla="*/ 510 h 1664"/>
              <a:gd name="T4" fmla="*/ 0 w 2718"/>
              <a:gd name="T5" fmla="*/ 437 h 1664"/>
              <a:gd name="T6" fmla="*/ 55 w 2718"/>
              <a:gd name="T7" fmla="*/ 364 h 1664"/>
              <a:gd name="T8" fmla="*/ 1314 w 2718"/>
              <a:gd name="T9" fmla="*/ 3 h 1664"/>
              <a:gd name="T10" fmla="*/ 1335 w 2718"/>
              <a:gd name="T11" fmla="*/ 0 h 1664"/>
              <a:gd name="T12" fmla="*/ 1358 w 2718"/>
              <a:gd name="T13" fmla="*/ 3 h 1664"/>
              <a:gd name="T14" fmla="*/ 2664 w 2718"/>
              <a:gd name="T15" fmla="*/ 411 h 1664"/>
              <a:gd name="T16" fmla="*/ 2717 w 2718"/>
              <a:gd name="T17" fmla="*/ 487 h 1664"/>
              <a:gd name="T18" fmla="*/ 2659 w 2718"/>
              <a:gd name="T19" fmla="*/ 559 h 1664"/>
              <a:gd name="T20" fmla="*/ 1358 w 2718"/>
              <a:gd name="T21" fmla="*/ 874 h 1664"/>
              <a:gd name="T22" fmla="*/ 1319 w 2718"/>
              <a:gd name="T23" fmla="*/ 873 h 1664"/>
              <a:gd name="T24" fmla="*/ 1389 w 2718"/>
              <a:gd name="T25" fmla="*/ 1003 h 1664"/>
              <a:gd name="T26" fmla="*/ 1340 w 2718"/>
              <a:gd name="T27" fmla="*/ 1009 h 1664"/>
              <a:gd name="T28" fmla="*/ 1282 w 2718"/>
              <a:gd name="T29" fmla="*/ 1001 h 1664"/>
              <a:gd name="T30" fmla="*/ 410 w 2718"/>
              <a:gd name="T31" fmla="*/ 751 h 1664"/>
              <a:gd name="T32" fmla="*/ 410 w 2718"/>
              <a:gd name="T33" fmla="*/ 1354 h 1664"/>
              <a:gd name="T34" fmla="*/ 427 w 2718"/>
              <a:gd name="T35" fmla="*/ 1398 h 1664"/>
              <a:gd name="T36" fmla="*/ 1359 w 2718"/>
              <a:gd name="T37" fmla="*/ 1664 h 1664"/>
              <a:gd name="T38" fmla="*/ 2265 w 2718"/>
              <a:gd name="T39" fmla="*/ 1395 h 1664"/>
              <a:gd name="T40" fmla="*/ 2278 w 2718"/>
              <a:gd name="T41" fmla="*/ 1354 h 1664"/>
              <a:gd name="T42" fmla="*/ 2278 w 2718"/>
              <a:gd name="T43" fmla="*/ 788 h 1664"/>
              <a:gd name="T44" fmla="*/ 1389 w 2718"/>
              <a:gd name="T45" fmla="*/ 1003 h 1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718" h="1664">
                <a:moveTo>
                  <a:pt x="1319" y="873"/>
                </a:moveTo>
                <a:lnTo>
                  <a:pt x="55" y="510"/>
                </a:lnTo>
                <a:cubicBezTo>
                  <a:pt x="4" y="496"/>
                  <a:pt x="0" y="451"/>
                  <a:pt x="0" y="437"/>
                </a:cubicBezTo>
                <a:cubicBezTo>
                  <a:pt x="0" y="424"/>
                  <a:pt x="4" y="378"/>
                  <a:pt x="55" y="364"/>
                </a:cubicBezTo>
                <a:lnTo>
                  <a:pt x="1314" y="3"/>
                </a:lnTo>
                <a:cubicBezTo>
                  <a:pt x="1321" y="1"/>
                  <a:pt x="1328" y="0"/>
                  <a:pt x="1335" y="0"/>
                </a:cubicBezTo>
                <a:cubicBezTo>
                  <a:pt x="1343" y="0"/>
                  <a:pt x="1350" y="1"/>
                  <a:pt x="1358" y="3"/>
                </a:cubicBezTo>
                <a:lnTo>
                  <a:pt x="2664" y="411"/>
                </a:lnTo>
                <a:cubicBezTo>
                  <a:pt x="2704" y="424"/>
                  <a:pt x="2718" y="459"/>
                  <a:pt x="2717" y="487"/>
                </a:cubicBezTo>
                <a:cubicBezTo>
                  <a:pt x="2716" y="515"/>
                  <a:pt x="2700" y="548"/>
                  <a:pt x="2659" y="559"/>
                </a:cubicBezTo>
                <a:lnTo>
                  <a:pt x="1358" y="874"/>
                </a:lnTo>
                <a:cubicBezTo>
                  <a:pt x="1345" y="877"/>
                  <a:pt x="1331" y="877"/>
                  <a:pt x="1319" y="873"/>
                </a:cubicBezTo>
                <a:close/>
                <a:moveTo>
                  <a:pt x="1389" y="1003"/>
                </a:moveTo>
                <a:cubicBezTo>
                  <a:pt x="1373" y="1007"/>
                  <a:pt x="1356" y="1009"/>
                  <a:pt x="1340" y="1009"/>
                </a:cubicBezTo>
                <a:cubicBezTo>
                  <a:pt x="1320" y="1009"/>
                  <a:pt x="1301" y="1006"/>
                  <a:pt x="1282" y="1001"/>
                </a:cubicBezTo>
                <a:lnTo>
                  <a:pt x="410" y="751"/>
                </a:lnTo>
                <a:lnTo>
                  <a:pt x="410" y="1354"/>
                </a:lnTo>
                <a:cubicBezTo>
                  <a:pt x="410" y="1370"/>
                  <a:pt x="416" y="1386"/>
                  <a:pt x="427" y="1398"/>
                </a:cubicBezTo>
                <a:cubicBezTo>
                  <a:pt x="436" y="1409"/>
                  <a:pt x="667" y="1664"/>
                  <a:pt x="1359" y="1664"/>
                </a:cubicBezTo>
                <a:cubicBezTo>
                  <a:pt x="2053" y="1664"/>
                  <a:pt x="2256" y="1406"/>
                  <a:pt x="2265" y="1395"/>
                </a:cubicBezTo>
                <a:cubicBezTo>
                  <a:pt x="2274" y="1383"/>
                  <a:pt x="2278" y="1369"/>
                  <a:pt x="2278" y="1354"/>
                </a:cubicBezTo>
                <a:lnTo>
                  <a:pt x="2278" y="788"/>
                </a:lnTo>
                <a:lnTo>
                  <a:pt x="1389" y="10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文本框 75"/>
          <p:cNvSpPr txBox="1"/>
          <p:nvPr/>
        </p:nvSpPr>
        <p:spPr>
          <a:xfrm>
            <a:off x="3196242" y="4963962"/>
            <a:ext cx="194183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本科专业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：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XXXXXX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8" name="graduation-cap_74181"/>
          <p:cNvSpPr/>
          <p:nvPr/>
        </p:nvSpPr>
        <p:spPr>
          <a:xfrm>
            <a:off x="2917083" y="5042114"/>
            <a:ext cx="222338" cy="239438"/>
          </a:xfrm>
          <a:custGeom>
            <a:avLst/>
            <a:gdLst>
              <a:gd name="T0" fmla="*/ 8800 w 10400"/>
              <a:gd name="T1" fmla="*/ 0 h 11200"/>
              <a:gd name="T2" fmla="*/ 4400 w 10400"/>
              <a:gd name="T3" fmla="*/ 0 h 11200"/>
              <a:gd name="T4" fmla="*/ 2000 w 10400"/>
              <a:gd name="T5" fmla="*/ 0 h 11200"/>
              <a:gd name="T6" fmla="*/ 1600 w 10400"/>
              <a:gd name="T7" fmla="*/ 0 h 11200"/>
              <a:gd name="T8" fmla="*/ 0 w 10400"/>
              <a:gd name="T9" fmla="*/ 1600 h 11200"/>
              <a:gd name="T10" fmla="*/ 0 w 10400"/>
              <a:gd name="T11" fmla="*/ 9600 h 11200"/>
              <a:gd name="T12" fmla="*/ 1600 w 10400"/>
              <a:gd name="T13" fmla="*/ 11200 h 11200"/>
              <a:gd name="T14" fmla="*/ 8800 w 10400"/>
              <a:gd name="T15" fmla="*/ 11200 h 11200"/>
              <a:gd name="T16" fmla="*/ 10400 w 10400"/>
              <a:gd name="T17" fmla="*/ 9600 h 11200"/>
              <a:gd name="T18" fmla="*/ 10400 w 10400"/>
              <a:gd name="T19" fmla="*/ 1600 h 11200"/>
              <a:gd name="T20" fmla="*/ 8800 w 10400"/>
              <a:gd name="T21" fmla="*/ 0 h 11200"/>
              <a:gd name="T22" fmla="*/ 4000 w 10400"/>
              <a:gd name="T23" fmla="*/ 800 h 11200"/>
              <a:gd name="T24" fmla="*/ 4000 w 10400"/>
              <a:gd name="T25" fmla="*/ 4503 h 11200"/>
              <a:gd name="T26" fmla="*/ 3402 w 10400"/>
              <a:gd name="T27" fmla="*/ 4154 h 11200"/>
              <a:gd name="T28" fmla="*/ 3200 w 10400"/>
              <a:gd name="T29" fmla="*/ 4100 h 11200"/>
              <a:gd name="T30" fmla="*/ 2998 w 10400"/>
              <a:gd name="T31" fmla="*/ 4154 h 11200"/>
              <a:gd name="T32" fmla="*/ 2400 w 10400"/>
              <a:gd name="T33" fmla="*/ 4503 h 11200"/>
              <a:gd name="T34" fmla="*/ 2400 w 10400"/>
              <a:gd name="T35" fmla="*/ 800 h 11200"/>
              <a:gd name="T36" fmla="*/ 4000 w 10400"/>
              <a:gd name="T37" fmla="*/ 800 h 11200"/>
              <a:gd name="T38" fmla="*/ 9600 w 10400"/>
              <a:gd name="T39" fmla="*/ 9600 h 11200"/>
              <a:gd name="T40" fmla="*/ 8800 w 10400"/>
              <a:gd name="T41" fmla="*/ 10400 h 11200"/>
              <a:gd name="T42" fmla="*/ 1600 w 10400"/>
              <a:gd name="T43" fmla="*/ 10400 h 11200"/>
              <a:gd name="T44" fmla="*/ 800 w 10400"/>
              <a:gd name="T45" fmla="*/ 9600 h 11200"/>
              <a:gd name="T46" fmla="*/ 800 w 10400"/>
              <a:gd name="T47" fmla="*/ 1600 h 11200"/>
              <a:gd name="T48" fmla="*/ 1600 w 10400"/>
              <a:gd name="T49" fmla="*/ 800 h 11200"/>
              <a:gd name="T50" fmla="*/ 1600 w 10400"/>
              <a:gd name="T51" fmla="*/ 5200 h 11200"/>
              <a:gd name="T52" fmla="*/ 1801 w 10400"/>
              <a:gd name="T53" fmla="*/ 5547 h 11200"/>
              <a:gd name="T54" fmla="*/ 2202 w 10400"/>
              <a:gd name="T55" fmla="*/ 5546 h 11200"/>
              <a:gd name="T56" fmla="*/ 3200 w 10400"/>
              <a:gd name="T57" fmla="*/ 4963 h 11200"/>
              <a:gd name="T58" fmla="*/ 4198 w 10400"/>
              <a:gd name="T59" fmla="*/ 5546 h 11200"/>
              <a:gd name="T60" fmla="*/ 4400 w 10400"/>
              <a:gd name="T61" fmla="*/ 5600 h 11200"/>
              <a:gd name="T62" fmla="*/ 4599 w 10400"/>
              <a:gd name="T63" fmla="*/ 5547 h 11200"/>
              <a:gd name="T64" fmla="*/ 4800 w 10400"/>
              <a:gd name="T65" fmla="*/ 5200 h 11200"/>
              <a:gd name="T66" fmla="*/ 4800 w 10400"/>
              <a:gd name="T67" fmla="*/ 800 h 11200"/>
              <a:gd name="T68" fmla="*/ 8800 w 10400"/>
              <a:gd name="T69" fmla="*/ 800 h 11200"/>
              <a:gd name="T70" fmla="*/ 9600 w 10400"/>
              <a:gd name="T71" fmla="*/ 1600 h 11200"/>
              <a:gd name="T72" fmla="*/ 9600 w 10400"/>
              <a:gd name="T73" fmla="*/ 9600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400" h="11200">
                <a:moveTo>
                  <a:pt x="8800" y="0"/>
                </a:moveTo>
                <a:lnTo>
                  <a:pt x="4400" y="0"/>
                </a:lnTo>
                <a:lnTo>
                  <a:pt x="2000" y="0"/>
                </a:lnTo>
                <a:lnTo>
                  <a:pt x="1600" y="0"/>
                </a:lnTo>
                <a:cubicBezTo>
                  <a:pt x="718" y="0"/>
                  <a:pt x="0" y="718"/>
                  <a:pt x="0" y="1600"/>
                </a:cubicBezTo>
                <a:lnTo>
                  <a:pt x="0" y="9600"/>
                </a:lnTo>
                <a:cubicBezTo>
                  <a:pt x="0" y="10482"/>
                  <a:pt x="718" y="11200"/>
                  <a:pt x="1600" y="11200"/>
                </a:cubicBezTo>
                <a:lnTo>
                  <a:pt x="8800" y="11200"/>
                </a:lnTo>
                <a:cubicBezTo>
                  <a:pt x="9682" y="11200"/>
                  <a:pt x="10400" y="10482"/>
                  <a:pt x="10400" y="9600"/>
                </a:cubicBezTo>
                <a:lnTo>
                  <a:pt x="10400" y="1600"/>
                </a:lnTo>
                <a:cubicBezTo>
                  <a:pt x="10400" y="718"/>
                  <a:pt x="9682" y="0"/>
                  <a:pt x="8800" y="0"/>
                </a:cubicBezTo>
                <a:close/>
                <a:moveTo>
                  <a:pt x="4000" y="800"/>
                </a:moveTo>
                <a:lnTo>
                  <a:pt x="4000" y="4503"/>
                </a:lnTo>
                <a:lnTo>
                  <a:pt x="3402" y="4154"/>
                </a:lnTo>
                <a:cubicBezTo>
                  <a:pt x="3339" y="4118"/>
                  <a:pt x="3270" y="4100"/>
                  <a:pt x="3200" y="4100"/>
                </a:cubicBezTo>
                <a:cubicBezTo>
                  <a:pt x="3130" y="4100"/>
                  <a:pt x="3061" y="4118"/>
                  <a:pt x="2998" y="4154"/>
                </a:cubicBezTo>
                <a:lnTo>
                  <a:pt x="2400" y="4503"/>
                </a:lnTo>
                <a:lnTo>
                  <a:pt x="2400" y="800"/>
                </a:lnTo>
                <a:lnTo>
                  <a:pt x="4000" y="800"/>
                </a:lnTo>
                <a:close/>
                <a:moveTo>
                  <a:pt x="9600" y="9600"/>
                </a:moveTo>
                <a:cubicBezTo>
                  <a:pt x="9600" y="10042"/>
                  <a:pt x="9242" y="10400"/>
                  <a:pt x="8800" y="10400"/>
                </a:cubicBezTo>
                <a:lnTo>
                  <a:pt x="1600" y="10400"/>
                </a:lnTo>
                <a:cubicBezTo>
                  <a:pt x="1159" y="10400"/>
                  <a:pt x="800" y="10042"/>
                  <a:pt x="800" y="9600"/>
                </a:cubicBezTo>
                <a:lnTo>
                  <a:pt x="800" y="1600"/>
                </a:lnTo>
                <a:cubicBezTo>
                  <a:pt x="800" y="1159"/>
                  <a:pt x="1159" y="800"/>
                  <a:pt x="1600" y="800"/>
                </a:cubicBezTo>
                <a:lnTo>
                  <a:pt x="1600" y="5200"/>
                </a:lnTo>
                <a:cubicBezTo>
                  <a:pt x="1600" y="5343"/>
                  <a:pt x="1677" y="5475"/>
                  <a:pt x="1801" y="5547"/>
                </a:cubicBezTo>
                <a:cubicBezTo>
                  <a:pt x="1925" y="5619"/>
                  <a:pt x="2078" y="5618"/>
                  <a:pt x="2202" y="5546"/>
                </a:cubicBezTo>
                <a:lnTo>
                  <a:pt x="3200" y="4963"/>
                </a:lnTo>
                <a:lnTo>
                  <a:pt x="4198" y="5546"/>
                </a:lnTo>
                <a:cubicBezTo>
                  <a:pt x="4261" y="5582"/>
                  <a:pt x="4330" y="5600"/>
                  <a:pt x="4400" y="5600"/>
                </a:cubicBezTo>
                <a:cubicBezTo>
                  <a:pt x="4469" y="5600"/>
                  <a:pt x="4538" y="5582"/>
                  <a:pt x="4599" y="5547"/>
                </a:cubicBezTo>
                <a:cubicBezTo>
                  <a:pt x="4723" y="5475"/>
                  <a:pt x="4800" y="5343"/>
                  <a:pt x="4800" y="5200"/>
                </a:cubicBezTo>
                <a:lnTo>
                  <a:pt x="4800" y="800"/>
                </a:lnTo>
                <a:lnTo>
                  <a:pt x="8800" y="800"/>
                </a:lnTo>
                <a:cubicBezTo>
                  <a:pt x="9242" y="800"/>
                  <a:pt x="9600" y="1159"/>
                  <a:pt x="9600" y="1600"/>
                </a:cubicBezTo>
                <a:lnTo>
                  <a:pt x="9600" y="9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4" name="矩形: 圆角 83"/>
          <p:cNvSpPr/>
          <p:nvPr/>
        </p:nvSpPr>
        <p:spPr>
          <a:xfrm>
            <a:off x="6052615" y="2390965"/>
            <a:ext cx="6022584" cy="106723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47700" dist="279400" dir="5400000" sx="98000" sy="98000" algn="t" rotWithShape="0">
              <a:schemeClr val="accent1"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6169305" y="2510878"/>
            <a:ext cx="86296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>
                <a:solidFill>
                  <a:schemeClr val="accent1"/>
                </a:solidFill>
                <a:latin typeface="+mj-ea"/>
                <a:ea typeface="+mj-ea"/>
              </a:rPr>
              <a:t>1</a:t>
            </a:r>
            <a:r>
              <a:rPr lang="en-US" altLang="zh-CN" sz="1600" dirty="0">
                <a:solidFill>
                  <a:schemeClr val="accent1"/>
                </a:solidFill>
                <a:latin typeface="+mj-ea"/>
                <a:ea typeface="+mj-ea"/>
              </a:rPr>
              <a:t>/220</a:t>
            </a:r>
            <a:endParaRPr lang="zh-CN" altLang="en-US" sz="3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169305" y="2973896"/>
            <a:ext cx="1005403" cy="3643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+mn-ea"/>
              </a:rPr>
              <a:t>专业排名</a:t>
            </a:r>
            <a:endParaRPr lang="zh-CN" altLang="en-US" sz="1600" dirty="0">
              <a:latin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7692356" y="2510878"/>
            <a:ext cx="99631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>
                <a:solidFill>
                  <a:schemeClr val="accent1"/>
                </a:solidFill>
                <a:latin typeface="+mj-ea"/>
                <a:ea typeface="+mj-ea"/>
              </a:rPr>
              <a:t>4.10</a:t>
            </a:r>
            <a:endParaRPr lang="zh-CN" altLang="en-US" sz="3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692356" y="2973896"/>
            <a:ext cx="1005403" cy="3643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+mn-ea"/>
              </a:rPr>
              <a:t>课程绩点</a:t>
            </a:r>
            <a:endParaRPr lang="zh-CN" altLang="en-US" sz="1600" dirty="0">
              <a:latin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217011" y="2510878"/>
            <a:ext cx="88773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>
                <a:solidFill>
                  <a:schemeClr val="accent1"/>
                </a:solidFill>
                <a:latin typeface="+mj-ea"/>
                <a:ea typeface="+mj-ea"/>
              </a:rPr>
              <a:t>527</a:t>
            </a:r>
            <a:endParaRPr lang="zh-CN" altLang="en-US" sz="3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217011" y="2973896"/>
            <a:ext cx="1005403" cy="3643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+mn-ea"/>
              </a:rPr>
              <a:t>英语四级</a:t>
            </a:r>
            <a:endParaRPr lang="zh-CN" altLang="en-US" sz="1600" dirty="0">
              <a:latin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0740062" y="2510878"/>
            <a:ext cx="88773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>
                <a:solidFill>
                  <a:schemeClr val="accent1"/>
                </a:solidFill>
                <a:latin typeface="+mj-ea"/>
                <a:ea typeface="+mj-ea"/>
              </a:rPr>
              <a:t>546</a:t>
            </a:r>
            <a:endParaRPr lang="zh-CN" altLang="en-US" sz="3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740062" y="2973896"/>
            <a:ext cx="1005403" cy="3643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latin typeface="+mn-ea"/>
              </a:rPr>
              <a:t>英语六级</a:t>
            </a:r>
            <a:endParaRPr lang="zh-CN" altLang="en-US" sz="1600" dirty="0">
              <a:latin typeface="+mn-ea"/>
            </a:endParaRPr>
          </a:p>
        </p:txBody>
      </p:sp>
      <p:sp>
        <p:nvSpPr>
          <p:cNvPr id="8" name="resume-document_85047"/>
          <p:cNvSpPr/>
          <p:nvPr/>
        </p:nvSpPr>
        <p:spPr>
          <a:xfrm>
            <a:off x="6083046" y="3997821"/>
            <a:ext cx="283775" cy="360459"/>
          </a:xfrm>
          <a:custGeom>
            <a:avLst/>
            <a:gdLst>
              <a:gd name="connsiteX0" fmla="*/ 112193 w 478927"/>
              <a:gd name="connsiteY0" fmla="*/ 476529 h 608345"/>
              <a:gd name="connsiteX1" fmla="*/ 366734 w 478927"/>
              <a:gd name="connsiteY1" fmla="*/ 476529 h 608345"/>
              <a:gd name="connsiteX2" fmla="*/ 377948 w 478927"/>
              <a:gd name="connsiteY2" fmla="*/ 487713 h 608345"/>
              <a:gd name="connsiteX3" fmla="*/ 366734 w 478927"/>
              <a:gd name="connsiteY3" fmla="*/ 498898 h 608345"/>
              <a:gd name="connsiteX4" fmla="*/ 112193 w 478927"/>
              <a:gd name="connsiteY4" fmla="*/ 498898 h 608345"/>
              <a:gd name="connsiteX5" fmla="*/ 100979 w 478927"/>
              <a:gd name="connsiteY5" fmla="*/ 487713 h 608345"/>
              <a:gd name="connsiteX6" fmla="*/ 112193 w 478927"/>
              <a:gd name="connsiteY6" fmla="*/ 476529 h 608345"/>
              <a:gd name="connsiteX7" fmla="*/ 112193 w 478927"/>
              <a:gd name="connsiteY7" fmla="*/ 393403 h 608345"/>
              <a:gd name="connsiteX8" fmla="*/ 366734 w 478927"/>
              <a:gd name="connsiteY8" fmla="*/ 393403 h 608345"/>
              <a:gd name="connsiteX9" fmla="*/ 377948 w 478927"/>
              <a:gd name="connsiteY9" fmla="*/ 404581 h 608345"/>
              <a:gd name="connsiteX10" fmla="*/ 366734 w 478927"/>
              <a:gd name="connsiteY10" fmla="*/ 415913 h 608345"/>
              <a:gd name="connsiteX11" fmla="*/ 112193 w 478927"/>
              <a:gd name="connsiteY11" fmla="*/ 415913 h 608345"/>
              <a:gd name="connsiteX12" fmla="*/ 100979 w 478927"/>
              <a:gd name="connsiteY12" fmla="*/ 404581 h 608345"/>
              <a:gd name="connsiteX13" fmla="*/ 112193 w 478927"/>
              <a:gd name="connsiteY13" fmla="*/ 393403 h 608345"/>
              <a:gd name="connsiteX14" fmla="*/ 112193 w 478927"/>
              <a:gd name="connsiteY14" fmla="*/ 310347 h 608345"/>
              <a:gd name="connsiteX15" fmla="*/ 366734 w 478927"/>
              <a:gd name="connsiteY15" fmla="*/ 310347 h 608345"/>
              <a:gd name="connsiteX16" fmla="*/ 377948 w 478927"/>
              <a:gd name="connsiteY16" fmla="*/ 321567 h 608345"/>
              <a:gd name="connsiteX17" fmla="*/ 366734 w 478927"/>
              <a:gd name="connsiteY17" fmla="*/ 332787 h 608345"/>
              <a:gd name="connsiteX18" fmla="*/ 112193 w 478927"/>
              <a:gd name="connsiteY18" fmla="*/ 332787 h 608345"/>
              <a:gd name="connsiteX19" fmla="*/ 100979 w 478927"/>
              <a:gd name="connsiteY19" fmla="*/ 321567 h 608345"/>
              <a:gd name="connsiteX20" fmla="*/ 112193 w 478927"/>
              <a:gd name="connsiteY20" fmla="*/ 310347 h 608345"/>
              <a:gd name="connsiteX21" fmla="*/ 146616 w 478927"/>
              <a:gd name="connsiteY21" fmla="*/ 165829 h 608345"/>
              <a:gd name="connsiteX22" fmla="*/ 182572 w 478927"/>
              <a:gd name="connsiteY22" fmla="*/ 165829 h 608345"/>
              <a:gd name="connsiteX23" fmla="*/ 228208 w 478927"/>
              <a:gd name="connsiteY23" fmla="*/ 211399 h 608345"/>
              <a:gd name="connsiteX24" fmla="*/ 228208 w 478927"/>
              <a:gd name="connsiteY24" fmla="*/ 231039 h 608345"/>
              <a:gd name="connsiteX25" fmla="*/ 216991 w 478927"/>
              <a:gd name="connsiteY25" fmla="*/ 242393 h 608345"/>
              <a:gd name="connsiteX26" fmla="*/ 205774 w 478927"/>
              <a:gd name="connsiteY26" fmla="*/ 231039 h 608345"/>
              <a:gd name="connsiteX27" fmla="*/ 205774 w 478927"/>
              <a:gd name="connsiteY27" fmla="*/ 211399 h 608345"/>
              <a:gd name="connsiteX28" fmla="*/ 182572 w 478927"/>
              <a:gd name="connsiteY28" fmla="*/ 188384 h 608345"/>
              <a:gd name="connsiteX29" fmla="*/ 146616 w 478927"/>
              <a:gd name="connsiteY29" fmla="*/ 188384 h 608345"/>
              <a:gd name="connsiteX30" fmla="*/ 123413 w 478927"/>
              <a:gd name="connsiteY30" fmla="*/ 211399 h 608345"/>
              <a:gd name="connsiteX31" fmla="*/ 123413 w 478927"/>
              <a:gd name="connsiteY31" fmla="*/ 231039 h 608345"/>
              <a:gd name="connsiteX32" fmla="*/ 112196 w 478927"/>
              <a:gd name="connsiteY32" fmla="*/ 242393 h 608345"/>
              <a:gd name="connsiteX33" fmla="*/ 100979 w 478927"/>
              <a:gd name="connsiteY33" fmla="*/ 231039 h 608345"/>
              <a:gd name="connsiteX34" fmla="*/ 100979 w 478927"/>
              <a:gd name="connsiteY34" fmla="*/ 211399 h 608345"/>
              <a:gd name="connsiteX35" fmla="*/ 146616 w 478927"/>
              <a:gd name="connsiteY35" fmla="*/ 165829 h 608345"/>
              <a:gd name="connsiteX36" fmla="*/ 164418 w 478927"/>
              <a:gd name="connsiteY36" fmla="*/ 86192 h 608345"/>
              <a:gd name="connsiteX37" fmla="*/ 140138 w 478927"/>
              <a:gd name="connsiteY37" fmla="*/ 110435 h 608345"/>
              <a:gd name="connsiteX38" fmla="*/ 164418 w 478927"/>
              <a:gd name="connsiteY38" fmla="*/ 134678 h 608345"/>
              <a:gd name="connsiteX39" fmla="*/ 188697 w 478927"/>
              <a:gd name="connsiteY39" fmla="*/ 110435 h 608345"/>
              <a:gd name="connsiteX40" fmla="*/ 164418 w 478927"/>
              <a:gd name="connsiteY40" fmla="*/ 86192 h 608345"/>
              <a:gd name="connsiteX41" fmla="*/ 164418 w 478927"/>
              <a:gd name="connsiteY41" fmla="*/ 63791 h 608345"/>
              <a:gd name="connsiteX42" fmla="*/ 211132 w 478927"/>
              <a:gd name="connsiteY42" fmla="*/ 110435 h 608345"/>
              <a:gd name="connsiteX43" fmla="*/ 164418 w 478927"/>
              <a:gd name="connsiteY43" fmla="*/ 157079 h 608345"/>
              <a:gd name="connsiteX44" fmla="*/ 117703 w 478927"/>
              <a:gd name="connsiteY44" fmla="*/ 110435 h 608345"/>
              <a:gd name="connsiteX45" fmla="*/ 164418 w 478927"/>
              <a:gd name="connsiteY45" fmla="*/ 63791 h 608345"/>
              <a:gd name="connsiteX46" fmla="*/ 328965 w 478927"/>
              <a:gd name="connsiteY46" fmla="*/ 38357 h 608345"/>
              <a:gd name="connsiteX47" fmla="*/ 328965 w 478927"/>
              <a:gd name="connsiteY47" fmla="*/ 149746 h 608345"/>
              <a:gd name="connsiteX48" fmla="*/ 440515 w 478927"/>
              <a:gd name="connsiteY48" fmla="*/ 149746 h 608345"/>
              <a:gd name="connsiteX49" fmla="*/ 22586 w 478927"/>
              <a:gd name="connsiteY49" fmla="*/ 22401 h 608345"/>
              <a:gd name="connsiteX50" fmla="*/ 22586 w 478927"/>
              <a:gd name="connsiteY50" fmla="*/ 585944 h 608345"/>
              <a:gd name="connsiteX51" fmla="*/ 456341 w 478927"/>
              <a:gd name="connsiteY51" fmla="*/ 585944 h 608345"/>
              <a:gd name="connsiteX52" fmla="*/ 456341 w 478927"/>
              <a:gd name="connsiteY52" fmla="*/ 172147 h 608345"/>
              <a:gd name="connsiteX53" fmla="*/ 317748 w 478927"/>
              <a:gd name="connsiteY53" fmla="*/ 172147 h 608345"/>
              <a:gd name="connsiteX54" fmla="*/ 309759 w 478927"/>
              <a:gd name="connsiteY54" fmla="*/ 168925 h 608345"/>
              <a:gd name="connsiteX55" fmla="*/ 306532 w 478927"/>
              <a:gd name="connsiteY55" fmla="*/ 160947 h 608345"/>
              <a:gd name="connsiteX56" fmla="*/ 306532 w 478927"/>
              <a:gd name="connsiteY56" fmla="*/ 22401 h 608345"/>
              <a:gd name="connsiteX57" fmla="*/ 11370 w 478927"/>
              <a:gd name="connsiteY57" fmla="*/ 0 h 608345"/>
              <a:gd name="connsiteX58" fmla="*/ 317748 w 478927"/>
              <a:gd name="connsiteY58" fmla="*/ 0 h 608345"/>
              <a:gd name="connsiteX59" fmla="*/ 318209 w 478927"/>
              <a:gd name="connsiteY59" fmla="*/ 0 h 608345"/>
              <a:gd name="connsiteX60" fmla="*/ 318824 w 478927"/>
              <a:gd name="connsiteY60" fmla="*/ 0 h 608345"/>
              <a:gd name="connsiteX61" fmla="*/ 319746 w 478927"/>
              <a:gd name="connsiteY61" fmla="*/ 153 h 608345"/>
              <a:gd name="connsiteX62" fmla="*/ 319899 w 478927"/>
              <a:gd name="connsiteY62" fmla="*/ 153 h 608345"/>
              <a:gd name="connsiteX63" fmla="*/ 320975 w 478927"/>
              <a:gd name="connsiteY63" fmla="*/ 460 h 608345"/>
              <a:gd name="connsiteX64" fmla="*/ 322051 w 478927"/>
              <a:gd name="connsiteY64" fmla="*/ 767 h 608345"/>
              <a:gd name="connsiteX65" fmla="*/ 322051 w 478927"/>
              <a:gd name="connsiteY65" fmla="*/ 921 h 608345"/>
              <a:gd name="connsiteX66" fmla="*/ 322972 w 478927"/>
              <a:gd name="connsiteY66" fmla="*/ 1227 h 608345"/>
              <a:gd name="connsiteX67" fmla="*/ 322972 w 478927"/>
              <a:gd name="connsiteY67" fmla="*/ 1381 h 608345"/>
              <a:gd name="connsiteX68" fmla="*/ 323741 w 478927"/>
              <a:gd name="connsiteY68" fmla="*/ 1841 h 608345"/>
              <a:gd name="connsiteX69" fmla="*/ 324048 w 478927"/>
              <a:gd name="connsiteY69" fmla="*/ 1841 h 608345"/>
              <a:gd name="connsiteX70" fmla="*/ 324663 w 478927"/>
              <a:gd name="connsiteY70" fmla="*/ 2455 h 608345"/>
              <a:gd name="connsiteX71" fmla="*/ 324816 w 478927"/>
              <a:gd name="connsiteY71" fmla="*/ 2608 h 608345"/>
              <a:gd name="connsiteX72" fmla="*/ 325738 w 478927"/>
              <a:gd name="connsiteY72" fmla="*/ 3222 h 608345"/>
              <a:gd name="connsiteX73" fmla="*/ 475547 w 478927"/>
              <a:gd name="connsiteY73" fmla="*/ 152968 h 608345"/>
              <a:gd name="connsiteX74" fmla="*/ 475700 w 478927"/>
              <a:gd name="connsiteY74" fmla="*/ 153122 h 608345"/>
              <a:gd name="connsiteX75" fmla="*/ 476315 w 478927"/>
              <a:gd name="connsiteY75" fmla="*/ 153736 h 608345"/>
              <a:gd name="connsiteX76" fmla="*/ 476469 w 478927"/>
              <a:gd name="connsiteY76" fmla="*/ 154042 h 608345"/>
              <a:gd name="connsiteX77" fmla="*/ 476930 w 478927"/>
              <a:gd name="connsiteY77" fmla="*/ 154656 h 608345"/>
              <a:gd name="connsiteX78" fmla="*/ 477083 w 478927"/>
              <a:gd name="connsiteY78" fmla="*/ 154963 h 608345"/>
              <a:gd name="connsiteX79" fmla="*/ 477544 w 478927"/>
              <a:gd name="connsiteY79" fmla="*/ 155577 h 608345"/>
              <a:gd name="connsiteX80" fmla="*/ 477698 w 478927"/>
              <a:gd name="connsiteY80" fmla="*/ 155730 h 608345"/>
              <a:gd name="connsiteX81" fmla="*/ 478005 w 478927"/>
              <a:gd name="connsiteY81" fmla="*/ 156651 h 608345"/>
              <a:gd name="connsiteX82" fmla="*/ 478466 w 478927"/>
              <a:gd name="connsiteY82" fmla="*/ 157571 h 608345"/>
              <a:gd name="connsiteX83" fmla="*/ 478466 w 478927"/>
              <a:gd name="connsiteY83" fmla="*/ 157725 h 608345"/>
              <a:gd name="connsiteX84" fmla="*/ 478620 w 478927"/>
              <a:gd name="connsiteY84" fmla="*/ 158645 h 608345"/>
              <a:gd name="connsiteX85" fmla="*/ 478773 w 478927"/>
              <a:gd name="connsiteY85" fmla="*/ 158952 h 608345"/>
              <a:gd name="connsiteX86" fmla="*/ 478773 w 478927"/>
              <a:gd name="connsiteY86" fmla="*/ 159719 h 608345"/>
              <a:gd name="connsiteX87" fmla="*/ 478927 w 478927"/>
              <a:gd name="connsiteY87" fmla="*/ 160947 h 608345"/>
              <a:gd name="connsiteX88" fmla="*/ 478927 w 478927"/>
              <a:gd name="connsiteY88" fmla="*/ 597145 h 608345"/>
              <a:gd name="connsiteX89" fmla="*/ 467711 w 478927"/>
              <a:gd name="connsiteY89" fmla="*/ 608345 h 608345"/>
              <a:gd name="connsiteX90" fmla="*/ 11370 w 478927"/>
              <a:gd name="connsiteY90" fmla="*/ 608345 h 608345"/>
              <a:gd name="connsiteX91" fmla="*/ 0 w 478927"/>
              <a:gd name="connsiteY91" fmla="*/ 597145 h 608345"/>
              <a:gd name="connsiteX92" fmla="*/ 0 w 478927"/>
              <a:gd name="connsiteY92" fmla="*/ 11200 h 608345"/>
              <a:gd name="connsiteX93" fmla="*/ 11370 w 478927"/>
              <a:gd name="connsiteY93" fmla="*/ 0 h 60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8927" h="608345">
                <a:moveTo>
                  <a:pt x="112193" y="476529"/>
                </a:moveTo>
                <a:lnTo>
                  <a:pt x="366734" y="476529"/>
                </a:lnTo>
                <a:cubicBezTo>
                  <a:pt x="373032" y="476529"/>
                  <a:pt x="377948" y="481432"/>
                  <a:pt x="377948" y="487713"/>
                </a:cubicBezTo>
                <a:cubicBezTo>
                  <a:pt x="377948" y="493842"/>
                  <a:pt x="373032" y="498898"/>
                  <a:pt x="366734" y="498898"/>
                </a:cubicBezTo>
                <a:lnTo>
                  <a:pt x="112193" y="498898"/>
                </a:lnTo>
                <a:cubicBezTo>
                  <a:pt x="105895" y="498898"/>
                  <a:pt x="100979" y="493842"/>
                  <a:pt x="100979" y="487713"/>
                </a:cubicBezTo>
                <a:cubicBezTo>
                  <a:pt x="100979" y="481432"/>
                  <a:pt x="105895" y="476529"/>
                  <a:pt x="112193" y="476529"/>
                </a:cubicBezTo>
                <a:close/>
                <a:moveTo>
                  <a:pt x="112193" y="393403"/>
                </a:moveTo>
                <a:lnTo>
                  <a:pt x="366734" y="393403"/>
                </a:lnTo>
                <a:cubicBezTo>
                  <a:pt x="373032" y="393403"/>
                  <a:pt x="377948" y="398456"/>
                  <a:pt x="377948" y="404581"/>
                </a:cubicBezTo>
                <a:cubicBezTo>
                  <a:pt x="377948" y="410860"/>
                  <a:pt x="373032" y="415913"/>
                  <a:pt x="366734" y="415913"/>
                </a:cubicBezTo>
                <a:lnTo>
                  <a:pt x="112193" y="415913"/>
                </a:lnTo>
                <a:cubicBezTo>
                  <a:pt x="105895" y="415913"/>
                  <a:pt x="100979" y="410860"/>
                  <a:pt x="100979" y="404581"/>
                </a:cubicBezTo>
                <a:cubicBezTo>
                  <a:pt x="100979" y="398456"/>
                  <a:pt x="105895" y="393403"/>
                  <a:pt x="112193" y="393403"/>
                </a:cubicBezTo>
                <a:close/>
                <a:moveTo>
                  <a:pt x="112193" y="310347"/>
                </a:moveTo>
                <a:lnTo>
                  <a:pt x="366734" y="310347"/>
                </a:lnTo>
                <a:cubicBezTo>
                  <a:pt x="373032" y="310347"/>
                  <a:pt x="377948" y="315419"/>
                  <a:pt x="377948" y="321567"/>
                </a:cubicBezTo>
                <a:cubicBezTo>
                  <a:pt x="377948" y="327715"/>
                  <a:pt x="373032" y="332787"/>
                  <a:pt x="366734" y="332787"/>
                </a:cubicBezTo>
                <a:lnTo>
                  <a:pt x="112193" y="332787"/>
                </a:lnTo>
                <a:cubicBezTo>
                  <a:pt x="105895" y="332787"/>
                  <a:pt x="100979" y="327715"/>
                  <a:pt x="100979" y="321567"/>
                </a:cubicBezTo>
                <a:cubicBezTo>
                  <a:pt x="100979" y="315419"/>
                  <a:pt x="105895" y="310347"/>
                  <a:pt x="112193" y="310347"/>
                </a:cubicBezTo>
                <a:close/>
                <a:moveTo>
                  <a:pt x="146616" y="165829"/>
                </a:moveTo>
                <a:lnTo>
                  <a:pt x="182572" y="165829"/>
                </a:lnTo>
                <a:cubicBezTo>
                  <a:pt x="207772" y="165829"/>
                  <a:pt x="228208" y="186236"/>
                  <a:pt x="228208" y="211399"/>
                </a:cubicBezTo>
                <a:lnTo>
                  <a:pt x="228208" y="231039"/>
                </a:lnTo>
                <a:cubicBezTo>
                  <a:pt x="228208" y="237330"/>
                  <a:pt x="223137" y="242393"/>
                  <a:pt x="216991" y="242393"/>
                </a:cubicBezTo>
                <a:cubicBezTo>
                  <a:pt x="210691" y="242393"/>
                  <a:pt x="205774" y="237330"/>
                  <a:pt x="205774" y="231039"/>
                </a:cubicBezTo>
                <a:lnTo>
                  <a:pt x="205774" y="211399"/>
                </a:lnTo>
                <a:cubicBezTo>
                  <a:pt x="205774" y="198664"/>
                  <a:pt x="195325" y="188384"/>
                  <a:pt x="182572" y="188384"/>
                </a:cubicBezTo>
                <a:lnTo>
                  <a:pt x="146616" y="188384"/>
                </a:lnTo>
                <a:cubicBezTo>
                  <a:pt x="133862" y="188384"/>
                  <a:pt x="123413" y="198664"/>
                  <a:pt x="123413" y="211399"/>
                </a:cubicBezTo>
                <a:lnTo>
                  <a:pt x="123413" y="231039"/>
                </a:lnTo>
                <a:cubicBezTo>
                  <a:pt x="123413" y="237330"/>
                  <a:pt x="118343" y="242393"/>
                  <a:pt x="112196" y="242393"/>
                </a:cubicBezTo>
                <a:cubicBezTo>
                  <a:pt x="105896" y="242393"/>
                  <a:pt x="100979" y="237330"/>
                  <a:pt x="100979" y="231039"/>
                </a:cubicBezTo>
                <a:lnTo>
                  <a:pt x="100979" y="211399"/>
                </a:lnTo>
                <a:cubicBezTo>
                  <a:pt x="100979" y="186236"/>
                  <a:pt x="121416" y="165829"/>
                  <a:pt x="146616" y="165829"/>
                </a:cubicBezTo>
                <a:close/>
                <a:moveTo>
                  <a:pt x="164418" y="86192"/>
                </a:moveTo>
                <a:cubicBezTo>
                  <a:pt x="151049" y="86192"/>
                  <a:pt x="140138" y="97086"/>
                  <a:pt x="140138" y="110435"/>
                </a:cubicBezTo>
                <a:cubicBezTo>
                  <a:pt x="140138" y="123784"/>
                  <a:pt x="151049" y="134678"/>
                  <a:pt x="164418" y="134678"/>
                </a:cubicBezTo>
                <a:cubicBezTo>
                  <a:pt x="177787" y="134678"/>
                  <a:pt x="188697" y="123784"/>
                  <a:pt x="188697" y="110435"/>
                </a:cubicBezTo>
                <a:cubicBezTo>
                  <a:pt x="188697" y="97086"/>
                  <a:pt x="177787" y="86192"/>
                  <a:pt x="164418" y="86192"/>
                </a:cubicBezTo>
                <a:close/>
                <a:moveTo>
                  <a:pt x="164418" y="63791"/>
                </a:moveTo>
                <a:cubicBezTo>
                  <a:pt x="190234" y="63791"/>
                  <a:pt x="211132" y="84658"/>
                  <a:pt x="211132" y="110435"/>
                </a:cubicBezTo>
                <a:cubicBezTo>
                  <a:pt x="211132" y="136212"/>
                  <a:pt x="190234" y="157079"/>
                  <a:pt x="164418" y="157079"/>
                </a:cubicBezTo>
                <a:cubicBezTo>
                  <a:pt x="138602" y="157079"/>
                  <a:pt x="117703" y="136212"/>
                  <a:pt x="117703" y="110435"/>
                </a:cubicBezTo>
                <a:cubicBezTo>
                  <a:pt x="117703" y="84658"/>
                  <a:pt x="138602" y="63791"/>
                  <a:pt x="164418" y="63791"/>
                </a:cubicBezTo>
                <a:close/>
                <a:moveTo>
                  <a:pt x="328965" y="38357"/>
                </a:moveTo>
                <a:lnTo>
                  <a:pt x="328965" y="149746"/>
                </a:lnTo>
                <a:lnTo>
                  <a:pt x="440515" y="149746"/>
                </a:lnTo>
                <a:close/>
                <a:moveTo>
                  <a:pt x="22586" y="22401"/>
                </a:moveTo>
                <a:lnTo>
                  <a:pt x="22586" y="585944"/>
                </a:lnTo>
                <a:lnTo>
                  <a:pt x="456341" y="585944"/>
                </a:lnTo>
                <a:lnTo>
                  <a:pt x="456341" y="172147"/>
                </a:lnTo>
                <a:lnTo>
                  <a:pt x="317748" y="172147"/>
                </a:lnTo>
                <a:cubicBezTo>
                  <a:pt x="314829" y="172147"/>
                  <a:pt x="311910" y="170920"/>
                  <a:pt x="309759" y="168925"/>
                </a:cubicBezTo>
                <a:cubicBezTo>
                  <a:pt x="307761" y="166777"/>
                  <a:pt x="306532" y="163862"/>
                  <a:pt x="306532" y="160947"/>
                </a:cubicBezTo>
                <a:lnTo>
                  <a:pt x="306532" y="22401"/>
                </a:lnTo>
                <a:close/>
                <a:moveTo>
                  <a:pt x="11370" y="0"/>
                </a:moveTo>
                <a:lnTo>
                  <a:pt x="317748" y="0"/>
                </a:lnTo>
                <a:cubicBezTo>
                  <a:pt x="317902" y="0"/>
                  <a:pt x="318056" y="0"/>
                  <a:pt x="318209" y="0"/>
                </a:cubicBezTo>
                <a:cubicBezTo>
                  <a:pt x="318517" y="0"/>
                  <a:pt x="318670" y="0"/>
                  <a:pt x="318824" y="0"/>
                </a:cubicBezTo>
                <a:cubicBezTo>
                  <a:pt x="319131" y="153"/>
                  <a:pt x="319438" y="153"/>
                  <a:pt x="319746" y="153"/>
                </a:cubicBezTo>
                <a:cubicBezTo>
                  <a:pt x="319899" y="153"/>
                  <a:pt x="319899" y="153"/>
                  <a:pt x="319899" y="153"/>
                </a:cubicBezTo>
                <a:cubicBezTo>
                  <a:pt x="320360" y="307"/>
                  <a:pt x="320668" y="307"/>
                  <a:pt x="320975" y="460"/>
                </a:cubicBezTo>
                <a:cubicBezTo>
                  <a:pt x="321282" y="614"/>
                  <a:pt x="321743" y="767"/>
                  <a:pt x="322051" y="767"/>
                </a:cubicBezTo>
                <a:cubicBezTo>
                  <a:pt x="322051" y="921"/>
                  <a:pt x="322051" y="921"/>
                  <a:pt x="322051" y="921"/>
                </a:cubicBezTo>
                <a:cubicBezTo>
                  <a:pt x="322358" y="921"/>
                  <a:pt x="322665" y="1074"/>
                  <a:pt x="322972" y="1227"/>
                </a:cubicBezTo>
                <a:cubicBezTo>
                  <a:pt x="322972" y="1227"/>
                  <a:pt x="322972" y="1381"/>
                  <a:pt x="322972" y="1381"/>
                </a:cubicBezTo>
                <a:cubicBezTo>
                  <a:pt x="323280" y="1534"/>
                  <a:pt x="323587" y="1688"/>
                  <a:pt x="323741" y="1841"/>
                </a:cubicBezTo>
                <a:cubicBezTo>
                  <a:pt x="323894" y="1841"/>
                  <a:pt x="323894" y="1841"/>
                  <a:pt x="324048" y="1841"/>
                </a:cubicBezTo>
                <a:cubicBezTo>
                  <a:pt x="324202" y="1995"/>
                  <a:pt x="324509" y="2301"/>
                  <a:pt x="324663" y="2455"/>
                </a:cubicBezTo>
                <a:cubicBezTo>
                  <a:pt x="324816" y="2455"/>
                  <a:pt x="324816" y="2455"/>
                  <a:pt x="324816" y="2608"/>
                </a:cubicBezTo>
                <a:cubicBezTo>
                  <a:pt x="325124" y="2762"/>
                  <a:pt x="325431" y="3069"/>
                  <a:pt x="325738" y="3222"/>
                </a:cubicBezTo>
                <a:lnTo>
                  <a:pt x="475547" y="152968"/>
                </a:lnTo>
                <a:cubicBezTo>
                  <a:pt x="475700" y="152968"/>
                  <a:pt x="475700" y="153122"/>
                  <a:pt x="475700" y="153122"/>
                </a:cubicBezTo>
                <a:cubicBezTo>
                  <a:pt x="475854" y="153275"/>
                  <a:pt x="476161" y="153582"/>
                  <a:pt x="476315" y="153736"/>
                </a:cubicBezTo>
                <a:cubicBezTo>
                  <a:pt x="476469" y="153889"/>
                  <a:pt x="476469" y="153889"/>
                  <a:pt x="476469" y="154042"/>
                </a:cubicBezTo>
                <a:cubicBezTo>
                  <a:pt x="476622" y="154196"/>
                  <a:pt x="476776" y="154503"/>
                  <a:pt x="476930" y="154656"/>
                </a:cubicBezTo>
                <a:cubicBezTo>
                  <a:pt x="477083" y="154810"/>
                  <a:pt x="477083" y="154810"/>
                  <a:pt x="477083" y="154963"/>
                </a:cubicBezTo>
                <a:cubicBezTo>
                  <a:pt x="477237" y="155116"/>
                  <a:pt x="477391" y="155423"/>
                  <a:pt x="477544" y="155577"/>
                </a:cubicBezTo>
                <a:cubicBezTo>
                  <a:pt x="477544" y="155730"/>
                  <a:pt x="477544" y="155730"/>
                  <a:pt x="477698" y="155730"/>
                </a:cubicBezTo>
                <a:cubicBezTo>
                  <a:pt x="477852" y="156037"/>
                  <a:pt x="477852" y="156344"/>
                  <a:pt x="478005" y="156651"/>
                </a:cubicBezTo>
                <a:cubicBezTo>
                  <a:pt x="478159" y="156958"/>
                  <a:pt x="478313" y="157264"/>
                  <a:pt x="478466" y="157571"/>
                </a:cubicBezTo>
                <a:cubicBezTo>
                  <a:pt x="478466" y="157725"/>
                  <a:pt x="478466" y="157725"/>
                  <a:pt x="478466" y="157725"/>
                </a:cubicBezTo>
                <a:cubicBezTo>
                  <a:pt x="478466" y="158032"/>
                  <a:pt x="478620" y="158338"/>
                  <a:pt x="478620" y="158645"/>
                </a:cubicBezTo>
                <a:cubicBezTo>
                  <a:pt x="478620" y="158799"/>
                  <a:pt x="478620" y="158952"/>
                  <a:pt x="478773" y="158952"/>
                </a:cubicBezTo>
                <a:cubicBezTo>
                  <a:pt x="478773" y="159259"/>
                  <a:pt x="478773" y="159566"/>
                  <a:pt x="478773" y="159719"/>
                </a:cubicBezTo>
                <a:cubicBezTo>
                  <a:pt x="478927" y="160180"/>
                  <a:pt x="478927" y="160486"/>
                  <a:pt x="478927" y="160947"/>
                </a:cubicBezTo>
                <a:lnTo>
                  <a:pt x="478927" y="597145"/>
                </a:lnTo>
                <a:cubicBezTo>
                  <a:pt x="478927" y="603282"/>
                  <a:pt x="473857" y="608345"/>
                  <a:pt x="467711" y="608345"/>
                </a:cubicBezTo>
                <a:lnTo>
                  <a:pt x="11370" y="608345"/>
                </a:lnTo>
                <a:cubicBezTo>
                  <a:pt x="5070" y="608345"/>
                  <a:pt x="0" y="603282"/>
                  <a:pt x="0" y="597145"/>
                </a:cubicBezTo>
                <a:lnTo>
                  <a:pt x="0" y="11200"/>
                </a:lnTo>
                <a:cubicBezTo>
                  <a:pt x="0" y="5063"/>
                  <a:pt x="5070" y="0"/>
                  <a:pt x="113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6474091" y="3986255"/>
            <a:ext cx="1557219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rPr>
              <a:t>部分课程成绩：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" name="矩形: 圆角 33"/>
          <p:cNvSpPr/>
          <p:nvPr/>
        </p:nvSpPr>
        <p:spPr>
          <a:xfrm>
            <a:off x="8172162" y="3997821"/>
            <a:ext cx="1701422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" name="矩形: 圆角 34"/>
          <p:cNvSpPr/>
          <p:nvPr/>
        </p:nvSpPr>
        <p:spPr>
          <a:xfrm>
            <a:off x="8172162" y="3997821"/>
            <a:ext cx="980061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物理学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193186" y="3999167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93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3" name="矩形: 圆角 37"/>
          <p:cNvSpPr/>
          <p:nvPr/>
        </p:nvSpPr>
        <p:spPr>
          <a:xfrm>
            <a:off x="10291709" y="3997821"/>
            <a:ext cx="1701422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4" name="矩形: 圆角 38"/>
          <p:cNvSpPr/>
          <p:nvPr/>
        </p:nvSpPr>
        <p:spPr>
          <a:xfrm>
            <a:off x="10291709" y="3997821"/>
            <a:ext cx="980061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植物学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312732" y="3999167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95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8172162" y="4621868"/>
            <a:ext cx="1701422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172162" y="4621868"/>
            <a:ext cx="980061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生理学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9211089" y="462321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91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10291709" y="4621868"/>
            <a:ext cx="1701422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10291709" y="4621868"/>
            <a:ext cx="980061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生物学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312732" y="4623214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92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6052615" y="4621868"/>
            <a:ext cx="1701422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6052615" y="4621868"/>
            <a:ext cx="980061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遗传学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7071734" y="4623214"/>
            <a:ext cx="4406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94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94" name="矩形: 圆角 193"/>
          <p:cNvSpPr/>
          <p:nvPr/>
        </p:nvSpPr>
        <p:spPr>
          <a:xfrm>
            <a:off x="6052615" y="5245915"/>
            <a:ext cx="2464191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95" name="矩形: 圆角 194"/>
          <p:cNvSpPr/>
          <p:nvPr/>
        </p:nvSpPr>
        <p:spPr>
          <a:xfrm>
            <a:off x="6052615" y="5245915"/>
            <a:ext cx="1532108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普通生态学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7769672" y="5247261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96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98" name="矩形: 圆角 197"/>
          <p:cNvSpPr/>
          <p:nvPr/>
        </p:nvSpPr>
        <p:spPr>
          <a:xfrm>
            <a:off x="8795533" y="5245915"/>
            <a:ext cx="3197598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99" name="矩形: 圆角 198"/>
          <p:cNvSpPr/>
          <p:nvPr/>
        </p:nvSpPr>
        <p:spPr>
          <a:xfrm>
            <a:off x="8795533" y="5245915"/>
            <a:ext cx="1988103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有机化学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11091415" y="5247261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90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01" name="矩形: 圆角 200"/>
          <p:cNvSpPr/>
          <p:nvPr/>
        </p:nvSpPr>
        <p:spPr>
          <a:xfrm>
            <a:off x="6052615" y="5869963"/>
            <a:ext cx="2464191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02" name="矩形: 圆角 201"/>
          <p:cNvSpPr/>
          <p:nvPr/>
        </p:nvSpPr>
        <p:spPr>
          <a:xfrm>
            <a:off x="6052615" y="5869963"/>
            <a:ext cx="1532108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植物生理学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7769672" y="587130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96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06" name="矩形: 圆角 205"/>
          <p:cNvSpPr/>
          <p:nvPr/>
        </p:nvSpPr>
        <p:spPr>
          <a:xfrm>
            <a:off x="8795533" y="5869963"/>
            <a:ext cx="3197598" cy="3720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08" name="矩形: 圆角 207"/>
          <p:cNvSpPr/>
          <p:nvPr/>
        </p:nvSpPr>
        <p:spPr>
          <a:xfrm>
            <a:off x="8795533" y="5869963"/>
            <a:ext cx="1988103" cy="3720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教育心理学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11089281" y="5871309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90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荣誉奖项</a:t>
            </a:r>
            <a:endParaRPr lang="zh-CN" altLang="en-US" sz="2400" b="1" dirty="0">
              <a:solidFill>
                <a:srgbClr val="00551F"/>
              </a:solidFill>
              <a:latin typeface="+mj-ea"/>
              <a:ea typeface="+mj-ea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0" y="1515756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753562" y="1627247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spc="300" dirty="0">
                <a:solidFill>
                  <a:schemeClr val="bg1"/>
                </a:solidFill>
                <a:latin typeface="+mj-ea"/>
                <a:ea typeface="+mj-ea"/>
              </a:rPr>
              <a:t>学术背景</a:t>
            </a:r>
            <a:endParaRPr lang="zh-CN" altLang="en-US" sz="2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5" name="magnifier_67918"/>
          <p:cNvSpPr/>
          <p:nvPr/>
        </p:nvSpPr>
        <p:spPr>
          <a:xfrm>
            <a:off x="171676" y="1683302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文本框 85"/>
          <p:cNvSpPr txBox="1"/>
          <p:nvPr/>
        </p:nvSpPr>
        <p:spPr>
          <a:xfrm>
            <a:off x="753563" y="2455969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科研经历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9" name="target_162761"/>
          <p:cNvSpPr/>
          <p:nvPr/>
        </p:nvSpPr>
        <p:spPr>
          <a:xfrm>
            <a:off x="222992" y="2512024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文本框 89"/>
          <p:cNvSpPr txBox="1"/>
          <p:nvPr/>
        </p:nvSpPr>
        <p:spPr>
          <a:xfrm>
            <a:off x="753563" y="3284691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1" name="sitemaps_92650"/>
          <p:cNvSpPr/>
          <p:nvPr/>
        </p:nvSpPr>
        <p:spPr>
          <a:xfrm>
            <a:off x="222992" y="3340746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文本框 91"/>
          <p:cNvSpPr txBox="1"/>
          <p:nvPr/>
        </p:nvSpPr>
        <p:spPr>
          <a:xfrm>
            <a:off x="753563" y="4113413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3" name="iconfont-1124-715281"/>
          <p:cNvSpPr/>
          <p:nvPr/>
        </p:nvSpPr>
        <p:spPr>
          <a:xfrm>
            <a:off x="222992" y="4169468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请勿抄袭搬运！盗版必究！正版来源小红书大橘PPT微信DAJU_PPT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175635" y="1457960"/>
            <a:ext cx="6928485" cy="63309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rgbClr val="1559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>
                <a:solidFill>
                  <a:srgbClr val="00551F"/>
                </a:solidFill>
                <a:latin typeface="微软雅黑" panose="020B0503020204020204" pitchFamily="34" charset="-122"/>
              </a:rPr>
              <a:t>本科期间获得</a:t>
            </a:r>
            <a:r>
              <a:rPr lang="en-US" altLang="zh-CN" dirty="0">
                <a:solidFill>
                  <a:srgbClr val="00551F"/>
                </a:solidFill>
                <a:uFillTx/>
                <a:latin typeface="Arial" panose="020B0604020202020204" pitchFamily="34" charset="0"/>
              </a:rPr>
              <a:t>XX</a:t>
            </a:r>
            <a:r>
              <a:rPr lang="zh-CN" altLang="en-US" dirty="0">
                <a:solidFill>
                  <a:srgbClr val="00551F"/>
                </a:solidFill>
                <a:latin typeface="微软雅黑" panose="020B0503020204020204" pitchFamily="34" charset="-122"/>
              </a:rPr>
              <a:t>项奖学金，</a:t>
            </a:r>
            <a:r>
              <a:rPr lang="en-US" altLang="zh-CN" dirty="0">
                <a:solidFill>
                  <a:srgbClr val="00551F"/>
                </a:solidFill>
                <a:uFillTx/>
                <a:latin typeface="Arial" panose="020B0604020202020204" pitchFamily="34" charset="0"/>
                <a:sym typeface="+mn-ea"/>
              </a:rPr>
              <a:t>XX</a:t>
            </a:r>
            <a:r>
              <a:rPr lang="zh-CN" altLang="en-US" dirty="0">
                <a:solidFill>
                  <a:srgbClr val="00551F"/>
                </a:solidFill>
                <a:latin typeface="微软雅黑" panose="020B0503020204020204" pitchFamily="34" charset="-122"/>
              </a:rPr>
              <a:t>项荣誉称号</a:t>
            </a:r>
            <a:endParaRPr lang="zh-CN" altLang="en-US" dirty="0">
              <a:solidFill>
                <a:srgbClr val="00551F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 rot="0">
            <a:off x="3009861" y="2940651"/>
            <a:ext cx="1792795" cy="602695"/>
            <a:chOff x="3200" y="2939"/>
            <a:chExt cx="2814" cy="946"/>
          </a:xfrm>
        </p:grpSpPr>
        <p:sp>
          <p:nvSpPr>
            <p:cNvPr id="14" name="请勿抄袭搬运！盗版必究！正版来源小红书大橘PPT微信DAJU_PPT"/>
            <p:cNvSpPr txBox="1"/>
            <p:nvPr>
              <p:custDataLst>
                <p:tags r:id="rId3"/>
              </p:custDataLst>
            </p:nvPr>
          </p:nvSpPr>
          <p:spPr>
            <a:xfrm>
              <a:off x="3430" y="3076"/>
              <a:ext cx="2306" cy="52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国家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5" name="请勿抄袭搬运！盗版必究！正版来源小红书大橘PPT微信DAJU_PPT"/>
            <p:cNvSpPr/>
            <p:nvPr>
              <p:custDataLst>
                <p:tags r:id="rId4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94262A"/>
                </a:gs>
                <a:gs pos="55000">
                  <a:srgbClr val="94262A"/>
                </a:gs>
                <a:gs pos="100000">
                  <a:srgbClr val="630018"/>
                </a:gs>
                <a:gs pos="7000">
                  <a:srgbClr val="630018"/>
                </a:gs>
                <a:gs pos="42000">
                  <a:srgbClr val="630018"/>
                </a:gs>
                <a:gs pos="67000">
                  <a:srgbClr val="630018"/>
                </a:gs>
                <a:gs pos="25000">
                  <a:srgbClr val="94262A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21" name="请勿抄袭搬运！盗版必究！正版来源小红书大橘PPT微信DAJU_PPT"/>
          <p:cNvSpPr txBox="1"/>
          <p:nvPr>
            <p:custDataLst>
              <p:tags r:id="rId5"/>
            </p:custDataLst>
          </p:nvPr>
        </p:nvSpPr>
        <p:spPr>
          <a:xfrm>
            <a:off x="3339240" y="2276158"/>
            <a:ext cx="1134035" cy="49757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0055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rgbClr val="0055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rgbClr val="0055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007312" y="3909678"/>
            <a:ext cx="1797255" cy="1258269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grpSp>
        <p:nvGrpSpPr>
          <p:cNvPr id="37" name="组合 36"/>
          <p:cNvGrpSpPr/>
          <p:nvPr>
            <p:custDataLst>
              <p:tags r:id="rId8"/>
            </p:custDataLst>
          </p:nvPr>
        </p:nvGrpSpPr>
        <p:grpSpPr>
          <a:xfrm rot="0">
            <a:off x="5118019" y="2923450"/>
            <a:ext cx="1792795" cy="638373"/>
            <a:chOff x="3200" y="2883"/>
            <a:chExt cx="2814" cy="1002"/>
          </a:xfrm>
        </p:grpSpPr>
        <p:sp>
          <p:nvSpPr>
            <p:cNvPr id="38" name="请勿抄袭搬运！盗版必究！正版来源小红书大橘PPT微信DAJU_PPT"/>
            <p:cNvSpPr txBox="1"/>
            <p:nvPr>
              <p:custDataLst>
                <p:tags r:id="rId9"/>
              </p:custDataLst>
            </p:nvPr>
          </p:nvSpPr>
          <p:spPr>
            <a:xfrm>
              <a:off x="3430" y="2883"/>
              <a:ext cx="2306" cy="9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校一等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学业奖学金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41" name="请勿抄袭搬运！盗版必究！正版来源小红书大橘PPT微信DAJU_PPT"/>
            <p:cNvSpPr/>
            <p:nvPr>
              <p:custDataLst>
                <p:tags r:id="rId10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94262A"/>
                </a:gs>
                <a:gs pos="55000">
                  <a:srgbClr val="94262A"/>
                </a:gs>
                <a:gs pos="100000">
                  <a:srgbClr val="630018"/>
                </a:gs>
                <a:gs pos="7000">
                  <a:srgbClr val="630018"/>
                </a:gs>
                <a:gs pos="42000">
                  <a:srgbClr val="630018"/>
                </a:gs>
                <a:gs pos="67000">
                  <a:srgbClr val="630018"/>
                </a:gs>
                <a:gs pos="25000">
                  <a:srgbClr val="94262A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42" name="请勿抄袭搬运！盗版必究！正版来源小红书大橘PPT微信DAJU_PPT"/>
          <p:cNvSpPr txBox="1"/>
          <p:nvPr>
            <p:custDataLst>
              <p:tags r:id="rId11"/>
            </p:custDataLst>
          </p:nvPr>
        </p:nvSpPr>
        <p:spPr>
          <a:xfrm>
            <a:off x="5447399" y="2276158"/>
            <a:ext cx="1134035" cy="49757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0055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rgbClr val="0055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rgbClr val="0055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15471" y="3909678"/>
            <a:ext cx="1797255" cy="1258269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grpSp>
        <p:nvGrpSpPr>
          <p:cNvPr id="48" name="组合 47"/>
          <p:cNvGrpSpPr/>
          <p:nvPr>
            <p:custDataLst>
              <p:tags r:id="rId13"/>
            </p:custDataLst>
          </p:nvPr>
        </p:nvGrpSpPr>
        <p:grpSpPr>
          <a:xfrm rot="0">
            <a:off x="7227452" y="2923450"/>
            <a:ext cx="1792795" cy="638373"/>
            <a:chOff x="3200" y="2883"/>
            <a:chExt cx="2814" cy="1002"/>
          </a:xfrm>
        </p:grpSpPr>
        <p:sp>
          <p:nvSpPr>
            <p:cNvPr id="49" name="请勿抄袭搬运！盗版必究！正版来源小红书大橘PPT微信DAJU_PPT"/>
            <p:cNvSpPr txBox="1"/>
            <p:nvPr>
              <p:custDataLst>
                <p:tags r:id="rId14"/>
              </p:custDataLst>
            </p:nvPr>
          </p:nvSpPr>
          <p:spPr>
            <a:xfrm>
              <a:off x="3430" y="2883"/>
              <a:ext cx="2306" cy="9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校优秀学生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一等奖学金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50" name="请勿抄袭搬运！盗版必究！正版来源小红书大橘PPT微信DAJU_PPT"/>
            <p:cNvSpPr/>
            <p:nvPr>
              <p:custDataLst>
                <p:tags r:id="rId15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94262A"/>
                </a:gs>
                <a:gs pos="55000">
                  <a:srgbClr val="94262A"/>
                </a:gs>
                <a:gs pos="100000">
                  <a:srgbClr val="630018"/>
                </a:gs>
                <a:gs pos="7000">
                  <a:srgbClr val="630018"/>
                </a:gs>
                <a:gs pos="42000">
                  <a:srgbClr val="630018"/>
                </a:gs>
                <a:gs pos="67000">
                  <a:srgbClr val="630018"/>
                </a:gs>
                <a:gs pos="25000">
                  <a:srgbClr val="94262A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51" name="请勿抄袭搬运！盗版必究！正版来源小红书大橘PPT微信DAJU_PPT"/>
          <p:cNvSpPr txBox="1"/>
          <p:nvPr>
            <p:custDataLst>
              <p:tags r:id="rId16"/>
            </p:custDataLst>
          </p:nvPr>
        </p:nvSpPr>
        <p:spPr>
          <a:xfrm>
            <a:off x="7556832" y="2276158"/>
            <a:ext cx="1134035" cy="49757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0055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1</a:t>
            </a:r>
            <a:r>
              <a:rPr lang="zh-CN" altLang="en-US" sz="2000" i="1" dirty="0">
                <a:solidFill>
                  <a:srgbClr val="0055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rgbClr val="0055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25541" y="3909678"/>
            <a:ext cx="1797255" cy="1258269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grpSp>
        <p:nvGrpSpPr>
          <p:cNvPr id="53" name="组合 52"/>
          <p:cNvGrpSpPr/>
          <p:nvPr>
            <p:custDataLst>
              <p:tags r:id="rId18"/>
            </p:custDataLst>
          </p:nvPr>
        </p:nvGrpSpPr>
        <p:grpSpPr>
          <a:xfrm rot="0">
            <a:off x="9323506" y="2923450"/>
            <a:ext cx="1792795" cy="638373"/>
            <a:chOff x="3200" y="2883"/>
            <a:chExt cx="2814" cy="1002"/>
          </a:xfrm>
        </p:grpSpPr>
        <p:sp>
          <p:nvSpPr>
            <p:cNvPr id="54" name="请勿抄袭搬运！盗版必究！正版来源小红书大橘PPT微信DAJU_PPT"/>
            <p:cNvSpPr txBox="1"/>
            <p:nvPr>
              <p:custDataLst>
                <p:tags r:id="rId19"/>
              </p:custDataLst>
            </p:nvPr>
          </p:nvSpPr>
          <p:spPr>
            <a:xfrm>
              <a:off x="3430" y="2883"/>
              <a:ext cx="2306" cy="9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校十佳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共青团员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55" name="请勿抄袭搬运！盗版必究！正版来源小红书大橘PPT微信DAJU_PPT"/>
            <p:cNvSpPr/>
            <p:nvPr>
              <p:custDataLst>
                <p:tags r:id="rId20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94262A"/>
                </a:gs>
                <a:gs pos="55000">
                  <a:srgbClr val="94262A"/>
                </a:gs>
                <a:gs pos="100000">
                  <a:srgbClr val="630018"/>
                </a:gs>
                <a:gs pos="7000">
                  <a:srgbClr val="630018"/>
                </a:gs>
                <a:gs pos="42000">
                  <a:srgbClr val="630018"/>
                </a:gs>
                <a:gs pos="67000">
                  <a:srgbClr val="630018"/>
                </a:gs>
                <a:gs pos="25000">
                  <a:srgbClr val="94262A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58" name="请勿抄袭搬运！盗版必究！正版来源小红书大橘PPT微信DAJU_PPT"/>
          <p:cNvSpPr txBox="1"/>
          <p:nvPr>
            <p:custDataLst>
              <p:tags r:id="rId21"/>
            </p:custDataLst>
          </p:nvPr>
        </p:nvSpPr>
        <p:spPr>
          <a:xfrm>
            <a:off x="9652886" y="2276158"/>
            <a:ext cx="1134035" cy="49757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0055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3</a:t>
            </a:r>
            <a:r>
              <a:rPr lang="zh-CN" altLang="en-US" sz="2000" i="1" dirty="0">
                <a:solidFill>
                  <a:srgbClr val="0055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rgbClr val="0055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59" name="图片 58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321595" y="3909678"/>
            <a:ext cx="1797255" cy="1258269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sp>
        <p:nvSpPr>
          <p:cNvPr id="76" name="等腰三角形 75"/>
          <p:cNvSpPr/>
          <p:nvPr>
            <p:custDataLst>
              <p:tags r:id="rId23"/>
            </p:custDataLst>
          </p:nvPr>
        </p:nvSpPr>
        <p:spPr>
          <a:xfrm rot="5400000" flipH="1">
            <a:off x="2511592" y="2036145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荣誉奖项</a:t>
            </a:r>
            <a:endParaRPr lang="zh-CN" altLang="en-US" sz="2400" b="1" dirty="0">
              <a:solidFill>
                <a:srgbClr val="00551F"/>
              </a:solidFill>
              <a:latin typeface="+mj-ea"/>
              <a:ea typeface="+mj-ea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0" y="1515756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753562" y="1627247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spc="300" dirty="0">
                <a:solidFill>
                  <a:schemeClr val="bg1"/>
                </a:solidFill>
                <a:latin typeface="+mj-ea"/>
                <a:ea typeface="+mj-ea"/>
              </a:rPr>
              <a:t>学术背景</a:t>
            </a:r>
            <a:endParaRPr lang="zh-CN" altLang="en-US" sz="2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5" name="magnifier_67918"/>
          <p:cNvSpPr/>
          <p:nvPr/>
        </p:nvSpPr>
        <p:spPr>
          <a:xfrm>
            <a:off x="171676" y="1683302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文本框 85"/>
          <p:cNvSpPr txBox="1"/>
          <p:nvPr/>
        </p:nvSpPr>
        <p:spPr>
          <a:xfrm>
            <a:off x="753563" y="2455969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科研经历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9" name="target_162761"/>
          <p:cNvSpPr/>
          <p:nvPr/>
        </p:nvSpPr>
        <p:spPr>
          <a:xfrm>
            <a:off x="222992" y="2512024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文本框 89"/>
          <p:cNvSpPr txBox="1"/>
          <p:nvPr/>
        </p:nvSpPr>
        <p:spPr>
          <a:xfrm>
            <a:off x="753563" y="3284691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1" name="sitemaps_92650"/>
          <p:cNvSpPr/>
          <p:nvPr/>
        </p:nvSpPr>
        <p:spPr>
          <a:xfrm>
            <a:off x="222992" y="3340746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文本框 91"/>
          <p:cNvSpPr txBox="1"/>
          <p:nvPr/>
        </p:nvSpPr>
        <p:spPr>
          <a:xfrm>
            <a:off x="753563" y="4113413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3" name="iconfont-1124-715281"/>
          <p:cNvSpPr/>
          <p:nvPr/>
        </p:nvSpPr>
        <p:spPr>
          <a:xfrm>
            <a:off x="222992" y="4169468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等腰三角形 75"/>
          <p:cNvSpPr/>
          <p:nvPr>
            <p:custDataLst>
              <p:tags r:id="rId1"/>
            </p:custDataLst>
          </p:nvPr>
        </p:nvSpPr>
        <p:spPr>
          <a:xfrm rot="5400000" flipH="1">
            <a:off x="2511592" y="2036145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75635" y="1515745"/>
            <a:ext cx="7570470" cy="73787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rgbClr val="1559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300" dirty="0">
                <a:solidFill>
                  <a:srgbClr val="00551F"/>
                </a:solidFill>
                <a:sym typeface="+mn-ea"/>
              </a:rPr>
              <a:t>经过三年的努力奋斗，共获得XXX等国家级荣誉称号 X 次，省级荣誉称号 X 项，校级荣誉称号 XX 余项</a:t>
            </a:r>
            <a:endParaRPr lang="zh-CN" altLang="en-US" sz="2300" dirty="0">
              <a:solidFill>
                <a:srgbClr val="00551F"/>
              </a:solidFill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734310" y="2573655"/>
            <a:ext cx="2787015" cy="3653790"/>
            <a:chOff x="4306" y="3838"/>
            <a:chExt cx="4389" cy="5754"/>
          </a:xfrm>
        </p:grpSpPr>
        <p:grpSp>
          <p:nvGrpSpPr>
            <p:cNvPr id="9" name="组合 8"/>
            <p:cNvGrpSpPr/>
            <p:nvPr/>
          </p:nvGrpSpPr>
          <p:grpSpPr>
            <a:xfrm rot="0">
              <a:off x="4337" y="3838"/>
              <a:ext cx="4358" cy="3502"/>
              <a:chOff x="1989" y="3921"/>
              <a:chExt cx="6302" cy="4680"/>
            </a:xfrm>
          </p:grpSpPr>
          <p:sp>
            <p:nvSpPr>
              <p:cNvPr id="16" name="矩形 15"/>
              <p:cNvSpPr/>
              <p:nvPr>
                <p:custDataLst>
                  <p:tags r:id="rId2"/>
                </p:custDataLst>
              </p:nvPr>
            </p:nvSpPr>
            <p:spPr>
              <a:xfrm>
                <a:off x="1989" y="3921"/>
                <a:ext cx="6303" cy="46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7800" dist="88900" dir="5400000" algn="t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  <a:scene3d>
                <a:camera prst="obliqueBottomRight"/>
                <a:lightRig rig="contrasting" dir="t">
                  <a:rot lat="0" lon="0" rev="0"/>
                </a:lightRig>
              </a:scene3d>
              <a:sp3d extrusionH="127000" contourW="12700">
                <a:extrusionClr>
                  <a:schemeClr val="bg1">
                    <a:lumMod val="85000"/>
                  </a:schemeClr>
                </a:extrusionClr>
                <a:contourClr>
                  <a:schemeClr val="bg1">
                    <a:lumMod val="85000"/>
                  </a:schemeClr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chemeClr val="lt1"/>
                  </a:solidFill>
                  <a:sym typeface="+mn-ea"/>
                </a:endParaRPr>
              </a:p>
            </p:txBody>
          </p:sp>
          <p:pic>
            <p:nvPicPr>
              <p:cNvPr id="17" name="图片 16" descr="证书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3" y="4213"/>
                <a:ext cx="5678" cy="4108"/>
              </a:xfrm>
              <a:prstGeom prst="rect">
                <a:avLst/>
              </a:prstGeom>
            </p:spPr>
          </p:pic>
        </p:grpSp>
        <p:grpSp>
          <p:nvGrpSpPr>
            <p:cNvPr id="18" name="组合 17"/>
            <p:cNvGrpSpPr/>
            <p:nvPr/>
          </p:nvGrpSpPr>
          <p:grpSpPr>
            <a:xfrm>
              <a:off x="4306" y="6082"/>
              <a:ext cx="4358" cy="3510"/>
              <a:chOff x="1989" y="3921"/>
              <a:chExt cx="6302" cy="4680"/>
            </a:xfrm>
          </p:grpSpPr>
          <p:sp>
            <p:nvSpPr>
              <p:cNvPr id="19" name="矩形 18"/>
              <p:cNvSpPr/>
              <p:nvPr>
                <p:custDataLst>
                  <p:tags r:id="rId4"/>
                </p:custDataLst>
              </p:nvPr>
            </p:nvSpPr>
            <p:spPr>
              <a:xfrm>
                <a:off x="1989" y="3921"/>
                <a:ext cx="6303" cy="46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7800" dist="88900" dir="5400000" algn="t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  <a:scene3d>
                <a:camera prst="obliqueBottomRight"/>
                <a:lightRig rig="contrasting" dir="t">
                  <a:rot lat="0" lon="0" rev="0"/>
                </a:lightRig>
              </a:scene3d>
              <a:sp3d extrusionH="127000" contourW="12700">
                <a:extrusionClr>
                  <a:schemeClr val="bg1">
                    <a:lumMod val="85000"/>
                  </a:schemeClr>
                </a:extrusionClr>
                <a:contourClr>
                  <a:schemeClr val="bg1">
                    <a:lumMod val="85000"/>
                  </a:schemeClr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chemeClr val="lt1"/>
                  </a:solidFill>
                  <a:sym typeface="+mn-ea"/>
                </a:endParaRPr>
              </a:p>
            </p:txBody>
          </p:sp>
          <p:pic>
            <p:nvPicPr>
              <p:cNvPr id="20" name="图片 19" descr="证书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3" y="4213"/>
                <a:ext cx="5678" cy="4108"/>
              </a:xfrm>
              <a:prstGeom prst="rect">
                <a:avLst/>
              </a:prstGeom>
            </p:spPr>
          </p:pic>
        </p:grpSp>
      </p:grpSp>
      <p:grpSp>
        <p:nvGrpSpPr>
          <p:cNvPr id="39" name="组合 38"/>
          <p:cNvGrpSpPr/>
          <p:nvPr/>
        </p:nvGrpSpPr>
        <p:grpSpPr>
          <a:xfrm>
            <a:off x="9258300" y="2573655"/>
            <a:ext cx="2767330" cy="3659505"/>
            <a:chOff x="14580" y="3759"/>
            <a:chExt cx="4358" cy="5763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14580" y="3759"/>
              <a:ext cx="4358" cy="3510"/>
              <a:chOff x="1989" y="3921"/>
              <a:chExt cx="6302" cy="4680"/>
            </a:xfrm>
          </p:grpSpPr>
          <p:sp>
            <p:nvSpPr>
              <p:cNvPr id="12" name="矩形 11"/>
              <p:cNvSpPr/>
              <p:nvPr>
                <p:custDataLst>
                  <p:tags r:id="rId5"/>
                </p:custDataLst>
              </p:nvPr>
            </p:nvSpPr>
            <p:spPr>
              <a:xfrm>
                <a:off x="1989" y="3921"/>
                <a:ext cx="6303" cy="46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7800" dist="88900" dir="5400000" algn="t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  <a:scene3d>
                <a:camera prst="obliqueBottomRight"/>
                <a:lightRig rig="contrasting" dir="t">
                  <a:rot lat="0" lon="0" rev="0"/>
                </a:lightRig>
              </a:scene3d>
              <a:sp3d extrusionH="127000" contourW="12700">
                <a:extrusionClr>
                  <a:schemeClr val="bg1">
                    <a:lumMod val="85000"/>
                  </a:schemeClr>
                </a:extrusionClr>
                <a:contourClr>
                  <a:schemeClr val="bg1">
                    <a:lumMod val="85000"/>
                  </a:schemeClr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chemeClr val="lt1"/>
                  </a:solidFill>
                  <a:sym typeface="+mn-ea"/>
                </a:endParaRPr>
              </a:p>
            </p:txBody>
          </p:sp>
          <p:pic>
            <p:nvPicPr>
              <p:cNvPr id="29" name="图片 28" descr="证书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3" y="4213"/>
                <a:ext cx="5678" cy="4108"/>
              </a:xfrm>
              <a:prstGeom prst="rect">
                <a:avLst/>
              </a:prstGeom>
            </p:spPr>
          </p:pic>
        </p:grpSp>
        <p:grpSp>
          <p:nvGrpSpPr>
            <p:cNvPr id="13" name="组合 12"/>
            <p:cNvGrpSpPr/>
            <p:nvPr/>
          </p:nvGrpSpPr>
          <p:grpSpPr>
            <a:xfrm>
              <a:off x="14580" y="6012"/>
              <a:ext cx="4358" cy="3510"/>
              <a:chOff x="1989" y="3921"/>
              <a:chExt cx="6302" cy="4680"/>
            </a:xfrm>
          </p:grpSpPr>
          <p:sp>
            <p:nvSpPr>
              <p:cNvPr id="32" name="矩形 31"/>
              <p:cNvSpPr/>
              <p:nvPr>
                <p:custDataLst>
                  <p:tags r:id="rId6"/>
                </p:custDataLst>
              </p:nvPr>
            </p:nvSpPr>
            <p:spPr>
              <a:xfrm>
                <a:off x="1989" y="3921"/>
                <a:ext cx="6303" cy="46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7800" dist="88900" dir="5400000" algn="t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  <a:scene3d>
                <a:camera prst="obliqueBottomRight"/>
                <a:lightRig rig="contrasting" dir="t">
                  <a:rot lat="0" lon="0" rev="0"/>
                </a:lightRig>
              </a:scene3d>
              <a:sp3d extrusionH="127000" contourW="12700">
                <a:extrusionClr>
                  <a:schemeClr val="bg1">
                    <a:lumMod val="85000"/>
                  </a:schemeClr>
                </a:extrusionClr>
                <a:contourClr>
                  <a:schemeClr val="bg1">
                    <a:lumMod val="85000"/>
                  </a:schemeClr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chemeClr val="lt1"/>
                  </a:solidFill>
                  <a:sym typeface="+mn-ea"/>
                </a:endParaRPr>
              </a:p>
            </p:txBody>
          </p:sp>
          <p:pic>
            <p:nvPicPr>
              <p:cNvPr id="33" name="图片 32" descr="证书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3" y="4213"/>
                <a:ext cx="5678" cy="4108"/>
              </a:xfrm>
              <a:prstGeom prst="rect">
                <a:avLst/>
              </a:prstGeom>
            </p:spPr>
          </p:pic>
        </p:grpSp>
      </p:grpSp>
      <p:grpSp>
        <p:nvGrpSpPr>
          <p:cNvPr id="34" name="组合 33"/>
          <p:cNvGrpSpPr/>
          <p:nvPr/>
        </p:nvGrpSpPr>
        <p:grpSpPr>
          <a:xfrm>
            <a:off x="6000115" y="2573655"/>
            <a:ext cx="2779395" cy="3654425"/>
            <a:chOff x="9490" y="3767"/>
            <a:chExt cx="4377" cy="5755"/>
          </a:xfrm>
        </p:grpSpPr>
        <p:grpSp>
          <p:nvGrpSpPr>
            <p:cNvPr id="22" name="组合 21"/>
            <p:cNvGrpSpPr/>
            <p:nvPr/>
          </p:nvGrpSpPr>
          <p:grpSpPr>
            <a:xfrm rot="0">
              <a:off x="9509" y="3767"/>
              <a:ext cx="4358" cy="3510"/>
              <a:chOff x="1989" y="3921"/>
              <a:chExt cx="6302" cy="4680"/>
            </a:xfrm>
          </p:grpSpPr>
          <p:sp>
            <p:nvSpPr>
              <p:cNvPr id="23" name="矩形 22"/>
              <p:cNvSpPr/>
              <p:nvPr>
                <p:custDataLst>
                  <p:tags r:id="rId7"/>
                </p:custDataLst>
              </p:nvPr>
            </p:nvSpPr>
            <p:spPr>
              <a:xfrm>
                <a:off x="1989" y="3921"/>
                <a:ext cx="6303" cy="46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7800" dist="88900" dir="5400000" algn="t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  <a:scene3d>
                <a:camera prst="obliqueBottomRight"/>
                <a:lightRig rig="contrasting" dir="t">
                  <a:rot lat="0" lon="0" rev="0"/>
                </a:lightRig>
              </a:scene3d>
              <a:sp3d extrusionH="127000" contourW="12700">
                <a:extrusionClr>
                  <a:schemeClr val="bg1">
                    <a:lumMod val="85000"/>
                  </a:schemeClr>
                </a:extrusionClr>
                <a:contourClr>
                  <a:schemeClr val="bg1">
                    <a:lumMod val="85000"/>
                  </a:schemeClr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chemeClr val="lt1"/>
                  </a:solidFill>
                  <a:sym typeface="+mn-ea"/>
                </a:endParaRPr>
              </a:p>
            </p:txBody>
          </p:sp>
          <p:pic>
            <p:nvPicPr>
              <p:cNvPr id="25" name="图片 24" descr="证书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3" y="4213"/>
                <a:ext cx="5678" cy="4108"/>
              </a:xfrm>
              <a:prstGeom prst="rect">
                <a:avLst/>
              </a:prstGeom>
            </p:spPr>
          </p:pic>
        </p:grpSp>
        <p:grpSp>
          <p:nvGrpSpPr>
            <p:cNvPr id="35" name="组合 34"/>
            <p:cNvGrpSpPr/>
            <p:nvPr/>
          </p:nvGrpSpPr>
          <p:grpSpPr>
            <a:xfrm>
              <a:off x="9490" y="6012"/>
              <a:ext cx="4358" cy="3510"/>
              <a:chOff x="1989" y="3921"/>
              <a:chExt cx="6302" cy="4680"/>
            </a:xfrm>
          </p:grpSpPr>
          <p:sp>
            <p:nvSpPr>
              <p:cNvPr id="36" name="矩形 35"/>
              <p:cNvSpPr/>
              <p:nvPr>
                <p:custDataLst>
                  <p:tags r:id="rId8"/>
                </p:custDataLst>
              </p:nvPr>
            </p:nvSpPr>
            <p:spPr>
              <a:xfrm>
                <a:off x="1989" y="3921"/>
                <a:ext cx="6303" cy="46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77800" dist="88900" dir="5400000" algn="t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  <a:scene3d>
                <a:camera prst="obliqueBottomRight"/>
                <a:lightRig rig="contrasting" dir="t">
                  <a:rot lat="0" lon="0" rev="0"/>
                </a:lightRig>
              </a:scene3d>
              <a:sp3d extrusionH="127000" contourW="12700">
                <a:extrusionClr>
                  <a:schemeClr val="bg1">
                    <a:lumMod val="85000"/>
                  </a:schemeClr>
                </a:extrusionClr>
                <a:contourClr>
                  <a:schemeClr val="bg1">
                    <a:lumMod val="85000"/>
                  </a:schemeClr>
                </a:contourClr>
              </a:sp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chemeClr val="lt1"/>
                  </a:solidFill>
                  <a:sym typeface="+mn-ea"/>
                </a:endParaRPr>
              </a:p>
            </p:txBody>
          </p:sp>
          <p:pic>
            <p:nvPicPr>
              <p:cNvPr id="24" name="图片 23" descr="证书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3" y="4213"/>
                <a:ext cx="5678" cy="4108"/>
              </a:xfrm>
              <a:prstGeom prst="rect">
                <a:avLst/>
              </a:prstGeom>
            </p:spPr>
          </p:pic>
        </p:grpSp>
      </p:grp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荣誉奖项</a:t>
            </a:r>
            <a:endParaRPr lang="zh-CN" altLang="en-US" sz="2400" b="1" dirty="0">
              <a:solidFill>
                <a:srgbClr val="00551F"/>
              </a:solidFill>
              <a:latin typeface="+mj-ea"/>
              <a:ea typeface="+mj-ea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0" y="1515756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753562" y="1627247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spc="300" dirty="0">
                <a:solidFill>
                  <a:schemeClr val="bg1"/>
                </a:solidFill>
                <a:latin typeface="+mj-ea"/>
                <a:ea typeface="+mj-ea"/>
              </a:rPr>
              <a:t>学术背景</a:t>
            </a:r>
            <a:endParaRPr lang="zh-CN" altLang="en-US" sz="2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5" name="magnifier_67918"/>
          <p:cNvSpPr/>
          <p:nvPr/>
        </p:nvSpPr>
        <p:spPr>
          <a:xfrm>
            <a:off x="171676" y="1683302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文本框 85"/>
          <p:cNvSpPr txBox="1"/>
          <p:nvPr/>
        </p:nvSpPr>
        <p:spPr>
          <a:xfrm>
            <a:off x="753563" y="2455969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科研经历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9" name="target_162761"/>
          <p:cNvSpPr/>
          <p:nvPr/>
        </p:nvSpPr>
        <p:spPr>
          <a:xfrm>
            <a:off x="222992" y="2512024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文本框 89"/>
          <p:cNvSpPr txBox="1"/>
          <p:nvPr/>
        </p:nvSpPr>
        <p:spPr>
          <a:xfrm>
            <a:off x="753563" y="3284691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1" name="sitemaps_92650"/>
          <p:cNvSpPr/>
          <p:nvPr/>
        </p:nvSpPr>
        <p:spPr>
          <a:xfrm>
            <a:off x="222992" y="3340746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文本框 91"/>
          <p:cNvSpPr txBox="1"/>
          <p:nvPr/>
        </p:nvSpPr>
        <p:spPr>
          <a:xfrm>
            <a:off x="753563" y="4113413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3" name="iconfont-1124-715281"/>
          <p:cNvSpPr/>
          <p:nvPr/>
        </p:nvSpPr>
        <p:spPr>
          <a:xfrm>
            <a:off x="222992" y="4169468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等腰三角形 75"/>
          <p:cNvSpPr/>
          <p:nvPr>
            <p:custDataLst>
              <p:tags r:id="rId1"/>
            </p:custDataLst>
          </p:nvPr>
        </p:nvSpPr>
        <p:spPr>
          <a:xfrm rot="5400000" flipH="1">
            <a:off x="2511592" y="2036145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175635" y="1422400"/>
            <a:ext cx="8206740" cy="909955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rgbClr val="1559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rgbClr val="00551F"/>
                </a:solidFill>
                <a:sym typeface="+mn-ea"/>
              </a:rPr>
              <a:t>国家级竞赛获奖 X 项，省级竞赛获奖 X 项</a:t>
            </a:r>
            <a:endParaRPr lang="zh-CN" altLang="en-US" dirty="0">
              <a:solidFill>
                <a:srgbClr val="00551F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rgbClr val="00551F"/>
                </a:solidFill>
                <a:sym typeface="+mn-ea"/>
              </a:rPr>
              <a:t>校级竞赛获奖 XX 余项</a:t>
            </a:r>
            <a:endParaRPr lang="zh-CN" altLang="en-US" dirty="0">
              <a:solidFill>
                <a:srgbClr val="00551F"/>
              </a:solidFill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175635" y="2497455"/>
          <a:ext cx="8096250" cy="379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620"/>
                <a:gridCol w="6056630"/>
              </a:tblGrid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获奖时间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00551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所获奖项</a:t>
                      </a:r>
                      <a:endParaRPr lang="zh-CN" altLang="en-US"/>
                    </a:p>
                  </a:txBody>
                  <a:tcPr anchor="ctr" anchorCtr="0">
                    <a:solidFill>
                      <a:srgbClr val="00551F"/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2024.06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第</a:t>
                      </a:r>
                      <a:r>
                        <a:rPr lang="en-US" altLang="zh-CN"/>
                        <a:t>XX</a:t>
                      </a:r>
                      <a:r>
                        <a:rPr lang="zh-CN" altLang="en-US"/>
                        <a:t>届</a:t>
                      </a:r>
                      <a:r>
                        <a:rPr lang="en-US" altLang="zh-CN"/>
                        <a:t>XXX</a:t>
                      </a:r>
                      <a:r>
                        <a:rPr lang="zh-CN" altLang="en-US"/>
                        <a:t>竞赛</a:t>
                      </a:r>
                      <a:r>
                        <a:rPr lang="en-US" altLang="zh-CN"/>
                        <a:t>XX</a:t>
                      </a:r>
                      <a:r>
                        <a:rPr lang="zh-CN" altLang="en-US"/>
                        <a:t>奖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2024.05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届</a:t>
                      </a:r>
                      <a:r>
                        <a:rPr lang="en-US" altLang="zh-CN" sz="1800">
                          <a:sym typeface="+mn-ea"/>
                        </a:rPr>
                        <a:t>XXX</a:t>
                      </a:r>
                      <a:r>
                        <a:rPr lang="zh-CN" altLang="en-US" sz="1800">
                          <a:sym typeface="+mn-ea"/>
                        </a:rPr>
                        <a:t>竞赛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第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名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2023.11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届</a:t>
                      </a:r>
                      <a:r>
                        <a:rPr lang="en-US" altLang="zh-CN" sz="1800">
                          <a:sym typeface="+mn-ea"/>
                        </a:rPr>
                        <a:t>XXX</a:t>
                      </a:r>
                      <a:r>
                        <a:rPr lang="zh-CN" altLang="en-US" sz="1800">
                          <a:sym typeface="+mn-ea"/>
                        </a:rPr>
                        <a:t>竞赛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奖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2023.11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届</a:t>
                      </a:r>
                      <a:r>
                        <a:rPr lang="en-US" altLang="zh-CN" sz="1800">
                          <a:sym typeface="+mn-ea"/>
                        </a:rPr>
                        <a:t>XXX</a:t>
                      </a:r>
                      <a:r>
                        <a:rPr lang="zh-CN" altLang="en-US" sz="1800">
                          <a:sym typeface="+mn-ea"/>
                        </a:rPr>
                        <a:t>竞赛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奖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2023.09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届</a:t>
                      </a:r>
                      <a:r>
                        <a:rPr lang="en-US" altLang="zh-CN" sz="1800">
                          <a:sym typeface="+mn-ea"/>
                        </a:rPr>
                        <a:t>XXX</a:t>
                      </a:r>
                      <a:r>
                        <a:rPr lang="zh-CN" altLang="en-US" sz="1800">
                          <a:sym typeface="+mn-ea"/>
                        </a:rPr>
                        <a:t>竞赛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奖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2023.06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届</a:t>
                      </a:r>
                      <a:r>
                        <a:rPr lang="en-US" altLang="zh-CN" sz="1800">
                          <a:sym typeface="+mn-ea"/>
                        </a:rPr>
                        <a:t>XXX</a:t>
                      </a:r>
                      <a:r>
                        <a:rPr lang="zh-CN" altLang="en-US" sz="1800">
                          <a:sym typeface="+mn-ea"/>
                        </a:rPr>
                        <a:t>竞赛</a:t>
                      </a:r>
                      <a:r>
                        <a:rPr lang="en-US" altLang="zh-CN" sz="1800">
                          <a:sym typeface="+mn-ea"/>
                        </a:rPr>
                        <a:t>XX</a:t>
                      </a:r>
                      <a:r>
                        <a:rPr lang="zh-CN" altLang="en-US" sz="1800">
                          <a:sym typeface="+mn-ea"/>
                        </a:rPr>
                        <a:t>奖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......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.....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6015"/>
            <a:ext cx="12192000" cy="2467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Freeform 61"/>
          <p:cNvSpPr/>
          <p:nvPr/>
        </p:nvSpPr>
        <p:spPr bwMode="auto">
          <a:xfrm>
            <a:off x="3126406" y="1908443"/>
            <a:ext cx="2229610" cy="2302796"/>
          </a:xfrm>
          <a:custGeom>
            <a:avLst/>
            <a:gdLst>
              <a:gd name="T0" fmla="*/ 122 w 148"/>
              <a:gd name="T1" fmla="*/ 45 h 171"/>
              <a:gd name="T2" fmla="*/ 129 w 148"/>
              <a:gd name="T3" fmla="*/ 45 h 171"/>
              <a:gd name="T4" fmla="*/ 129 w 148"/>
              <a:gd name="T5" fmla="*/ 38 h 171"/>
              <a:gd name="T6" fmla="*/ 94 w 148"/>
              <a:gd name="T7" fmla="*/ 3 h 171"/>
              <a:gd name="T8" fmla="*/ 89 w 148"/>
              <a:gd name="T9" fmla="*/ 0 h 171"/>
              <a:gd name="T10" fmla="*/ 85 w 148"/>
              <a:gd name="T11" fmla="*/ 3 h 171"/>
              <a:gd name="T12" fmla="*/ 3 w 148"/>
              <a:gd name="T13" fmla="*/ 81 h 171"/>
              <a:gd name="T14" fmla="*/ 0 w 148"/>
              <a:gd name="T15" fmla="*/ 85 h 171"/>
              <a:gd name="T16" fmla="*/ 3 w 148"/>
              <a:gd name="T17" fmla="*/ 90 h 171"/>
              <a:gd name="T18" fmla="*/ 85 w 148"/>
              <a:gd name="T19" fmla="*/ 168 h 171"/>
              <a:gd name="T20" fmla="*/ 89 w 148"/>
              <a:gd name="T21" fmla="*/ 171 h 171"/>
              <a:gd name="T22" fmla="*/ 94 w 148"/>
              <a:gd name="T23" fmla="*/ 168 h 171"/>
              <a:gd name="T24" fmla="*/ 145 w 148"/>
              <a:gd name="T25" fmla="*/ 121 h 171"/>
              <a:gd name="T26" fmla="*/ 148 w 148"/>
              <a:gd name="T27" fmla="*/ 116 h 171"/>
              <a:gd name="T28" fmla="*/ 145 w 148"/>
              <a:gd name="T29" fmla="*/ 112 h 171"/>
              <a:gd name="T30" fmla="*/ 94 w 148"/>
              <a:gd name="T31" fmla="*/ 58 h 171"/>
              <a:gd name="T32" fmla="*/ 89 w 148"/>
              <a:gd name="T33" fmla="*/ 56 h 171"/>
              <a:gd name="T34" fmla="*/ 84 w 148"/>
              <a:gd name="T35" fmla="*/ 59 h 171"/>
              <a:gd name="T36" fmla="*/ 54 w 148"/>
              <a:gd name="T37" fmla="*/ 87 h 171"/>
              <a:gd name="T38" fmla="*/ 52 w 148"/>
              <a:gd name="T39" fmla="*/ 92 h 171"/>
              <a:gd name="T40" fmla="*/ 53 w 148"/>
              <a:gd name="T41" fmla="*/ 95 h 171"/>
              <a:gd name="T42" fmla="*/ 54 w 148"/>
              <a:gd name="T43" fmla="*/ 96 h 171"/>
              <a:gd name="T44" fmla="*/ 77 w 148"/>
              <a:gd name="T45" fmla="*/ 119 h 171"/>
              <a:gd name="T46" fmla="*/ 82 w 148"/>
              <a:gd name="T47" fmla="*/ 122 h 171"/>
              <a:gd name="T48" fmla="*/ 86 w 148"/>
              <a:gd name="T49" fmla="*/ 119 h 171"/>
              <a:gd name="T50" fmla="*/ 99 w 148"/>
              <a:gd name="T51" fmla="*/ 106 h 171"/>
              <a:gd name="T52" fmla="*/ 99 w 148"/>
              <a:gd name="T53" fmla="*/ 99 h 171"/>
              <a:gd name="T54" fmla="*/ 92 w 148"/>
              <a:gd name="T55" fmla="*/ 99 h 171"/>
              <a:gd name="T56" fmla="*/ 81 w 148"/>
              <a:gd name="T57" fmla="*/ 109 h 171"/>
              <a:gd name="T58" fmla="*/ 64 w 148"/>
              <a:gd name="T59" fmla="*/ 92 h 171"/>
              <a:gd name="T60" fmla="*/ 89 w 148"/>
              <a:gd name="T61" fmla="*/ 68 h 171"/>
              <a:gd name="T62" fmla="*/ 136 w 148"/>
              <a:gd name="T63" fmla="*/ 116 h 171"/>
              <a:gd name="T64" fmla="*/ 90 w 148"/>
              <a:gd name="T65" fmla="*/ 159 h 171"/>
              <a:gd name="T66" fmla="*/ 13 w 148"/>
              <a:gd name="T67" fmla="*/ 86 h 171"/>
              <a:gd name="T68" fmla="*/ 90 w 148"/>
              <a:gd name="T69" fmla="*/ 12 h 171"/>
              <a:gd name="T70" fmla="*/ 122 w 148"/>
              <a:gd name="T71" fmla="*/ 45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8" h="171">
                <a:moveTo>
                  <a:pt x="122" y="45"/>
                </a:moveTo>
                <a:cubicBezTo>
                  <a:pt x="124" y="47"/>
                  <a:pt x="127" y="47"/>
                  <a:pt x="129" y="45"/>
                </a:cubicBezTo>
                <a:cubicBezTo>
                  <a:pt x="131" y="43"/>
                  <a:pt x="131" y="40"/>
                  <a:pt x="129" y="38"/>
                </a:cubicBezTo>
                <a:cubicBezTo>
                  <a:pt x="94" y="3"/>
                  <a:pt x="94" y="3"/>
                  <a:pt x="94" y="3"/>
                </a:cubicBezTo>
                <a:cubicBezTo>
                  <a:pt x="93" y="1"/>
                  <a:pt x="92" y="0"/>
                  <a:pt x="89" y="0"/>
                </a:cubicBezTo>
                <a:cubicBezTo>
                  <a:pt x="87" y="1"/>
                  <a:pt x="86" y="2"/>
                  <a:pt x="85" y="3"/>
                </a:cubicBezTo>
                <a:cubicBezTo>
                  <a:pt x="3" y="81"/>
                  <a:pt x="3" y="81"/>
                  <a:pt x="3" y="81"/>
                </a:cubicBezTo>
                <a:cubicBezTo>
                  <a:pt x="2" y="82"/>
                  <a:pt x="0" y="83"/>
                  <a:pt x="0" y="85"/>
                </a:cubicBezTo>
                <a:cubicBezTo>
                  <a:pt x="0" y="88"/>
                  <a:pt x="1" y="89"/>
                  <a:pt x="3" y="90"/>
                </a:cubicBezTo>
                <a:cubicBezTo>
                  <a:pt x="85" y="168"/>
                  <a:pt x="85" y="168"/>
                  <a:pt x="85" y="168"/>
                </a:cubicBezTo>
                <a:cubicBezTo>
                  <a:pt x="87" y="170"/>
                  <a:pt x="87" y="171"/>
                  <a:pt x="89" y="171"/>
                </a:cubicBezTo>
                <a:cubicBezTo>
                  <a:pt x="92" y="171"/>
                  <a:pt x="93" y="170"/>
                  <a:pt x="94" y="168"/>
                </a:cubicBezTo>
                <a:cubicBezTo>
                  <a:pt x="145" y="121"/>
                  <a:pt x="145" y="121"/>
                  <a:pt x="145" y="121"/>
                </a:cubicBezTo>
                <a:cubicBezTo>
                  <a:pt x="146" y="120"/>
                  <a:pt x="148" y="119"/>
                  <a:pt x="148" y="116"/>
                </a:cubicBezTo>
                <a:cubicBezTo>
                  <a:pt x="148" y="114"/>
                  <a:pt x="147" y="113"/>
                  <a:pt x="145" y="112"/>
                </a:cubicBezTo>
                <a:cubicBezTo>
                  <a:pt x="94" y="58"/>
                  <a:pt x="94" y="58"/>
                  <a:pt x="94" y="58"/>
                </a:cubicBezTo>
                <a:cubicBezTo>
                  <a:pt x="92" y="57"/>
                  <a:pt x="91" y="56"/>
                  <a:pt x="89" y="56"/>
                </a:cubicBezTo>
                <a:cubicBezTo>
                  <a:pt x="87" y="56"/>
                  <a:pt x="86" y="57"/>
                  <a:pt x="84" y="59"/>
                </a:cubicBezTo>
                <a:cubicBezTo>
                  <a:pt x="54" y="87"/>
                  <a:pt x="54" y="87"/>
                  <a:pt x="54" y="87"/>
                </a:cubicBezTo>
                <a:cubicBezTo>
                  <a:pt x="53" y="89"/>
                  <a:pt x="52" y="90"/>
                  <a:pt x="52" y="92"/>
                </a:cubicBezTo>
                <a:cubicBezTo>
                  <a:pt x="52" y="93"/>
                  <a:pt x="52" y="95"/>
                  <a:pt x="53" y="95"/>
                </a:cubicBezTo>
                <a:cubicBezTo>
                  <a:pt x="53" y="96"/>
                  <a:pt x="53" y="96"/>
                  <a:pt x="54" y="96"/>
                </a:cubicBezTo>
                <a:cubicBezTo>
                  <a:pt x="77" y="119"/>
                  <a:pt x="77" y="119"/>
                  <a:pt x="77" y="119"/>
                </a:cubicBezTo>
                <a:cubicBezTo>
                  <a:pt x="78" y="120"/>
                  <a:pt x="79" y="122"/>
                  <a:pt x="82" y="122"/>
                </a:cubicBezTo>
                <a:cubicBezTo>
                  <a:pt x="84" y="121"/>
                  <a:pt x="85" y="120"/>
                  <a:pt x="86" y="119"/>
                </a:cubicBezTo>
                <a:cubicBezTo>
                  <a:pt x="99" y="106"/>
                  <a:pt x="99" y="106"/>
                  <a:pt x="99" y="106"/>
                </a:cubicBezTo>
                <a:cubicBezTo>
                  <a:pt x="101" y="104"/>
                  <a:pt x="101" y="100"/>
                  <a:pt x="99" y="99"/>
                </a:cubicBezTo>
                <a:cubicBezTo>
                  <a:pt x="97" y="97"/>
                  <a:pt x="94" y="97"/>
                  <a:pt x="92" y="99"/>
                </a:cubicBezTo>
                <a:cubicBezTo>
                  <a:pt x="81" y="109"/>
                  <a:pt x="81" y="109"/>
                  <a:pt x="81" y="109"/>
                </a:cubicBezTo>
                <a:cubicBezTo>
                  <a:pt x="64" y="92"/>
                  <a:pt x="64" y="92"/>
                  <a:pt x="64" y="92"/>
                </a:cubicBezTo>
                <a:cubicBezTo>
                  <a:pt x="89" y="68"/>
                  <a:pt x="89" y="68"/>
                  <a:pt x="89" y="68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13" y="86"/>
                  <a:pt x="13" y="86"/>
                  <a:pt x="13" y="86"/>
                </a:cubicBezTo>
                <a:cubicBezTo>
                  <a:pt x="90" y="12"/>
                  <a:pt x="90" y="12"/>
                  <a:pt x="90" y="12"/>
                </a:cubicBezTo>
                <a:cubicBezTo>
                  <a:pt x="122" y="45"/>
                  <a:pt x="122" y="45"/>
                  <a:pt x="122" y="45"/>
                </a:cubicBezTo>
                <a:close/>
              </a:path>
            </a:pathLst>
          </a:custGeom>
          <a:solidFill>
            <a:srgbClr val="FBD7B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1398143" y="87905"/>
            <a:ext cx="702189" cy="702189"/>
            <a:chOff x="114300" y="101600"/>
            <a:chExt cx="702189" cy="702189"/>
          </a:xfrm>
        </p:grpSpPr>
        <p:sp>
          <p:nvSpPr>
            <p:cNvPr id="7" name="任意多边形: 形状 6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8900" y="6053146"/>
            <a:ext cx="702189" cy="702189"/>
            <a:chOff x="114300" y="101600"/>
            <a:chExt cx="702189" cy="702189"/>
          </a:xfrm>
        </p:grpSpPr>
        <p:sp>
          <p:nvSpPr>
            <p:cNvPr id="33" name="任意多边形: 形状 32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0" name="mortarboard_91314"/>
          <p:cNvSpPr/>
          <p:nvPr/>
        </p:nvSpPr>
        <p:spPr>
          <a:xfrm>
            <a:off x="10156357" y="5373815"/>
            <a:ext cx="1397239" cy="877179"/>
          </a:xfrm>
          <a:custGeom>
            <a:avLst/>
            <a:gdLst>
              <a:gd name="T0" fmla="*/ 2357 w 2416"/>
              <a:gd name="T1" fmla="*/ 389 h 1519"/>
              <a:gd name="T2" fmla="*/ 1236 w 2416"/>
              <a:gd name="T3" fmla="*/ 6 h 1519"/>
              <a:gd name="T4" fmla="*/ 1180 w 2416"/>
              <a:gd name="T5" fmla="*/ 6 h 1519"/>
              <a:gd name="T6" fmla="*/ 59 w 2416"/>
              <a:gd name="T7" fmla="*/ 389 h 1519"/>
              <a:gd name="T8" fmla="*/ 0 w 2416"/>
              <a:gd name="T9" fmla="*/ 471 h 1519"/>
              <a:gd name="T10" fmla="*/ 59 w 2416"/>
              <a:gd name="T11" fmla="*/ 553 h 1519"/>
              <a:gd name="T12" fmla="*/ 495 w 2416"/>
              <a:gd name="T13" fmla="*/ 701 h 1519"/>
              <a:gd name="T14" fmla="*/ 495 w 2416"/>
              <a:gd name="T15" fmla="*/ 1153 h 1519"/>
              <a:gd name="T16" fmla="*/ 517 w 2416"/>
              <a:gd name="T17" fmla="*/ 1211 h 1519"/>
              <a:gd name="T18" fmla="*/ 1213 w 2416"/>
              <a:gd name="T19" fmla="*/ 1519 h 1519"/>
              <a:gd name="T20" fmla="*/ 1898 w 2416"/>
              <a:gd name="T21" fmla="*/ 1223 h 1519"/>
              <a:gd name="T22" fmla="*/ 1921 w 2416"/>
              <a:gd name="T23" fmla="*/ 1164 h 1519"/>
              <a:gd name="T24" fmla="*/ 1921 w 2416"/>
              <a:gd name="T25" fmla="*/ 702 h 1519"/>
              <a:gd name="T26" fmla="*/ 2101 w 2416"/>
              <a:gd name="T27" fmla="*/ 640 h 1519"/>
              <a:gd name="T28" fmla="*/ 2101 w 2416"/>
              <a:gd name="T29" fmla="*/ 858 h 1519"/>
              <a:gd name="T30" fmla="*/ 2068 w 2416"/>
              <a:gd name="T31" fmla="*/ 926 h 1519"/>
              <a:gd name="T32" fmla="*/ 2068 w 2416"/>
              <a:gd name="T33" fmla="*/ 1138 h 1519"/>
              <a:gd name="T34" fmla="*/ 2155 w 2416"/>
              <a:gd name="T35" fmla="*/ 1224 h 1519"/>
              <a:gd name="T36" fmla="*/ 2241 w 2416"/>
              <a:gd name="T37" fmla="*/ 1138 h 1519"/>
              <a:gd name="T38" fmla="*/ 2241 w 2416"/>
              <a:gd name="T39" fmla="*/ 926 h 1519"/>
              <a:gd name="T40" fmla="*/ 2208 w 2416"/>
              <a:gd name="T41" fmla="*/ 858 h 1519"/>
              <a:gd name="T42" fmla="*/ 2208 w 2416"/>
              <a:gd name="T43" fmla="*/ 604 h 1519"/>
              <a:gd name="T44" fmla="*/ 2357 w 2416"/>
              <a:gd name="T45" fmla="*/ 553 h 1519"/>
              <a:gd name="T46" fmla="*/ 2416 w 2416"/>
              <a:gd name="T47" fmla="*/ 471 h 1519"/>
              <a:gd name="T48" fmla="*/ 2357 w 2416"/>
              <a:gd name="T49" fmla="*/ 389 h 1519"/>
              <a:gd name="T50" fmla="*/ 1748 w 2416"/>
              <a:gd name="T51" fmla="*/ 1128 h 1519"/>
              <a:gd name="T52" fmla="*/ 1213 w 2416"/>
              <a:gd name="T53" fmla="*/ 1345 h 1519"/>
              <a:gd name="T54" fmla="*/ 668 w 2416"/>
              <a:gd name="T55" fmla="*/ 1118 h 1519"/>
              <a:gd name="T56" fmla="*/ 668 w 2416"/>
              <a:gd name="T57" fmla="*/ 760 h 1519"/>
              <a:gd name="T58" fmla="*/ 1183 w 2416"/>
              <a:gd name="T59" fmla="*/ 935 h 1519"/>
              <a:gd name="T60" fmla="*/ 1211 w 2416"/>
              <a:gd name="T61" fmla="*/ 939 h 1519"/>
              <a:gd name="T62" fmla="*/ 1239 w 2416"/>
              <a:gd name="T63" fmla="*/ 935 h 1519"/>
              <a:gd name="T64" fmla="*/ 1748 w 2416"/>
              <a:gd name="T65" fmla="*/ 761 h 1519"/>
              <a:gd name="T66" fmla="*/ 1748 w 2416"/>
              <a:gd name="T67" fmla="*/ 1128 h 1519"/>
              <a:gd name="T68" fmla="*/ 1210 w 2416"/>
              <a:gd name="T69" fmla="*/ 761 h 1519"/>
              <a:gd name="T70" fmla="*/ 356 w 2416"/>
              <a:gd name="T71" fmla="*/ 470 h 1519"/>
              <a:gd name="T72" fmla="*/ 1208 w 2416"/>
              <a:gd name="T73" fmla="*/ 180 h 1519"/>
              <a:gd name="T74" fmla="*/ 2061 w 2416"/>
              <a:gd name="T75" fmla="*/ 471 h 1519"/>
              <a:gd name="T76" fmla="*/ 1210 w 2416"/>
              <a:gd name="T77" fmla="*/ 761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16" h="1519">
                <a:moveTo>
                  <a:pt x="2357" y="389"/>
                </a:moveTo>
                <a:lnTo>
                  <a:pt x="1236" y="6"/>
                </a:lnTo>
                <a:cubicBezTo>
                  <a:pt x="1218" y="0"/>
                  <a:pt x="1198" y="0"/>
                  <a:pt x="1180" y="6"/>
                </a:cubicBezTo>
                <a:lnTo>
                  <a:pt x="59" y="389"/>
                </a:lnTo>
                <a:cubicBezTo>
                  <a:pt x="24" y="400"/>
                  <a:pt x="0" y="433"/>
                  <a:pt x="0" y="471"/>
                </a:cubicBezTo>
                <a:cubicBezTo>
                  <a:pt x="0" y="508"/>
                  <a:pt x="24" y="541"/>
                  <a:pt x="59" y="553"/>
                </a:cubicBezTo>
                <a:lnTo>
                  <a:pt x="495" y="701"/>
                </a:lnTo>
                <a:lnTo>
                  <a:pt x="495" y="1153"/>
                </a:lnTo>
                <a:cubicBezTo>
                  <a:pt x="495" y="1174"/>
                  <a:pt x="503" y="1195"/>
                  <a:pt x="517" y="1211"/>
                </a:cubicBezTo>
                <a:cubicBezTo>
                  <a:pt x="695" y="1406"/>
                  <a:pt x="949" y="1519"/>
                  <a:pt x="1213" y="1519"/>
                </a:cubicBezTo>
                <a:cubicBezTo>
                  <a:pt x="1475" y="1519"/>
                  <a:pt x="1718" y="1414"/>
                  <a:pt x="1898" y="1223"/>
                </a:cubicBezTo>
                <a:cubicBezTo>
                  <a:pt x="1913" y="1207"/>
                  <a:pt x="1921" y="1186"/>
                  <a:pt x="1921" y="1164"/>
                </a:cubicBezTo>
                <a:lnTo>
                  <a:pt x="1921" y="702"/>
                </a:lnTo>
                <a:lnTo>
                  <a:pt x="2101" y="640"/>
                </a:lnTo>
                <a:lnTo>
                  <a:pt x="2101" y="858"/>
                </a:lnTo>
                <a:cubicBezTo>
                  <a:pt x="2081" y="874"/>
                  <a:pt x="2068" y="898"/>
                  <a:pt x="2068" y="926"/>
                </a:cubicBezTo>
                <a:lnTo>
                  <a:pt x="2068" y="1138"/>
                </a:lnTo>
                <a:cubicBezTo>
                  <a:pt x="2068" y="1185"/>
                  <a:pt x="2107" y="1224"/>
                  <a:pt x="2155" y="1224"/>
                </a:cubicBezTo>
                <a:cubicBezTo>
                  <a:pt x="2203" y="1224"/>
                  <a:pt x="2241" y="1185"/>
                  <a:pt x="2241" y="1138"/>
                </a:cubicBezTo>
                <a:lnTo>
                  <a:pt x="2241" y="926"/>
                </a:lnTo>
                <a:cubicBezTo>
                  <a:pt x="2241" y="898"/>
                  <a:pt x="2228" y="874"/>
                  <a:pt x="2208" y="858"/>
                </a:cubicBezTo>
                <a:lnTo>
                  <a:pt x="2208" y="604"/>
                </a:lnTo>
                <a:lnTo>
                  <a:pt x="2357" y="553"/>
                </a:lnTo>
                <a:cubicBezTo>
                  <a:pt x="2393" y="541"/>
                  <a:pt x="2416" y="508"/>
                  <a:pt x="2416" y="471"/>
                </a:cubicBezTo>
                <a:cubicBezTo>
                  <a:pt x="2416" y="433"/>
                  <a:pt x="2392" y="400"/>
                  <a:pt x="2357" y="389"/>
                </a:cubicBezTo>
                <a:close/>
                <a:moveTo>
                  <a:pt x="1748" y="1128"/>
                </a:moveTo>
                <a:cubicBezTo>
                  <a:pt x="1604" y="1268"/>
                  <a:pt x="1415" y="1345"/>
                  <a:pt x="1213" y="1345"/>
                </a:cubicBezTo>
                <a:cubicBezTo>
                  <a:pt x="1009" y="1345"/>
                  <a:pt x="812" y="1263"/>
                  <a:pt x="668" y="1118"/>
                </a:cubicBezTo>
                <a:lnTo>
                  <a:pt x="668" y="760"/>
                </a:lnTo>
                <a:lnTo>
                  <a:pt x="1183" y="935"/>
                </a:lnTo>
                <a:cubicBezTo>
                  <a:pt x="1192" y="938"/>
                  <a:pt x="1201" y="939"/>
                  <a:pt x="1211" y="939"/>
                </a:cubicBezTo>
                <a:cubicBezTo>
                  <a:pt x="1220" y="939"/>
                  <a:pt x="1229" y="938"/>
                  <a:pt x="1239" y="935"/>
                </a:cubicBezTo>
                <a:lnTo>
                  <a:pt x="1748" y="761"/>
                </a:lnTo>
                <a:lnTo>
                  <a:pt x="1748" y="1128"/>
                </a:lnTo>
                <a:close/>
                <a:moveTo>
                  <a:pt x="1210" y="761"/>
                </a:moveTo>
                <a:lnTo>
                  <a:pt x="356" y="470"/>
                </a:lnTo>
                <a:lnTo>
                  <a:pt x="1208" y="180"/>
                </a:lnTo>
                <a:lnTo>
                  <a:pt x="2061" y="471"/>
                </a:lnTo>
                <a:lnTo>
                  <a:pt x="1210" y="7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5" name="文本框 44"/>
          <p:cNvSpPr txBox="1"/>
          <p:nvPr/>
        </p:nvSpPr>
        <p:spPr>
          <a:xfrm>
            <a:off x="3455622" y="2275011"/>
            <a:ext cx="17812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spc="300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13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26698" y="3660005"/>
            <a:ext cx="163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pc="300" dirty="0">
                <a:solidFill>
                  <a:schemeClr val="bg1"/>
                </a:solidFill>
              </a:rPr>
              <a:t>PART TWO</a:t>
            </a:r>
            <a:endParaRPr lang="zh-CN" altLang="en-US" spc="3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6840" y="2548120"/>
            <a:ext cx="2570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spc="300" dirty="0">
                <a:solidFill>
                  <a:schemeClr val="bg1"/>
                </a:solidFill>
                <a:latin typeface="+mj-ea"/>
                <a:ea typeface="+mj-ea"/>
              </a:rPr>
              <a:t>科研经历</a:t>
            </a:r>
            <a:endParaRPr lang="zh-CN" altLang="en-US" sz="44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37640" y="3429000"/>
            <a:ext cx="266686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Research experience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2286278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2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3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4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5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等腰三角形 2"/>
          <p:cNvSpPr/>
          <p:nvPr/>
        </p:nvSpPr>
        <p:spPr>
          <a:xfrm rot="5400000" flipH="1">
            <a:off x="2513855" y="2806667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479087" y="365798"/>
            <a:ext cx="27654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科研论文</a:t>
            </a:r>
            <a:r>
              <a:rPr lang="en-US" altLang="zh-CN" sz="2400" b="1" dirty="0">
                <a:solidFill>
                  <a:srgbClr val="00551F"/>
                </a:solidFill>
                <a:latin typeface="+mj-ea"/>
                <a:ea typeface="+mj-ea"/>
              </a:rPr>
              <a:t>/</a:t>
            </a:r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毕业论文</a:t>
            </a:r>
            <a:endParaRPr lang="zh-CN" altLang="en-US" sz="2400" b="1" dirty="0">
              <a:solidFill>
                <a:srgbClr val="00551F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095741" y="2979148"/>
            <a:ext cx="2759178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内容摘要</a:t>
            </a:r>
            <a:endParaRPr kumimoji="1" lang="zh-CN" altLang="en-US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095625" y="3449955"/>
            <a:ext cx="5594350" cy="9759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l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（1）</a:t>
            </a:r>
            <a:r>
              <a:rPr 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indent="0" algn="l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r>
              <a:rPr 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XXXXXXXXXXXXXXXXXXXXXXXXXXXXXX</a:t>
            </a:r>
            <a:endParaRPr 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indent="0" algn="l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3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r>
              <a:rPr 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XXXXXXXXXXXXXXXXXXXXXXXXXXXXXX</a:t>
            </a:r>
            <a:endParaRPr lang="en-US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095741" y="4651630"/>
            <a:ext cx="2759178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本人贡献</a:t>
            </a:r>
            <a:endParaRPr kumimoji="1" lang="zh-CN" altLang="en-US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095625" y="5141595"/>
            <a:ext cx="5594350" cy="9759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l">
              <a:lnSpc>
                <a:spcPct val="120000"/>
              </a:lnSpc>
              <a:buSzPct val="80000"/>
              <a:buNone/>
            </a:pPr>
            <a:r>
              <a:rPr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（1）XXXXXXXXXXXXXXXXXXXXXXXXXXXXXX</a:t>
            </a:r>
            <a:endParaRPr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indent="0" algn="l">
              <a:lnSpc>
                <a:spcPct val="120000"/>
              </a:lnSpc>
              <a:buSzPct val="80000"/>
              <a:buNone/>
            </a:pPr>
            <a:r>
              <a:rPr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（2）XXXXXXXXXXXXXXXXXXXXXXXXXXXXXX</a:t>
            </a:r>
            <a:endParaRPr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indent="0" algn="l">
              <a:lnSpc>
                <a:spcPct val="120000"/>
              </a:lnSpc>
              <a:buSzPct val="80000"/>
              <a:buNone/>
            </a:pPr>
            <a:r>
              <a:rPr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（3）XXXXXXXXXXXXXXXXXXXXXXXXXXXXXX</a:t>
            </a:r>
            <a:endParaRPr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pic>
        <p:nvPicPr>
          <p:cNvPr id="17" name="图片 16" descr="/Users/Guset/Desktop/绘画.png绘画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4047" b="14047"/>
          <a:stretch>
            <a:fillRect/>
          </a:stretch>
        </p:blipFill>
        <p:spPr>
          <a:xfrm>
            <a:off x="9457889" y="2909544"/>
            <a:ext cx="2314580" cy="1543052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 descr="/Users/Guset/Desktop/绘画.png绘画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rcRect t="14047" b="14047"/>
          <a:stretch>
            <a:fillRect/>
          </a:stretch>
        </p:blipFill>
        <p:spPr>
          <a:xfrm>
            <a:off x="9457889" y="4786937"/>
            <a:ext cx="2314580" cy="1543052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3369628" y="1461135"/>
            <a:ext cx="7953375" cy="5708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kumimoji="1" lang="en-US" altLang="zh-CN" sz="26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XXXXXXXXXXXXX</a:t>
            </a:r>
            <a:r>
              <a:rPr kumimoji="1" lang="zh-CN" altLang="en-US" sz="26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论文标题</a:t>
            </a:r>
            <a:r>
              <a:rPr kumimoji="1" lang="en-US" altLang="zh-CN" sz="26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XXXXXXXXXXXX</a:t>
            </a:r>
            <a:endParaRPr kumimoji="1" lang="en-US" altLang="zh-CN" sz="26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20" name="流程图: 终止 19"/>
          <p:cNvSpPr/>
          <p:nvPr>
            <p:custDataLst>
              <p:tags r:id="rId9"/>
            </p:custDataLst>
          </p:nvPr>
        </p:nvSpPr>
        <p:spPr>
          <a:xfrm>
            <a:off x="5485765" y="2083435"/>
            <a:ext cx="1799590" cy="396000"/>
          </a:xfrm>
          <a:prstGeom prst="flowChartTerminator">
            <a:avLst/>
          </a:prstGeom>
          <a:solidFill>
            <a:srgbClr val="94262A">
              <a:alpha val="12000"/>
            </a:srgb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期刊分区</a:t>
            </a:r>
            <a:endParaRPr lang="zh-CN" altLang="en-US" b="1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流程图: 终止 20"/>
          <p:cNvSpPr/>
          <p:nvPr>
            <p:custDataLst>
              <p:tags r:id="rId10"/>
            </p:custDataLst>
          </p:nvPr>
        </p:nvSpPr>
        <p:spPr>
          <a:xfrm>
            <a:off x="9566275" y="2083435"/>
            <a:ext cx="1799590" cy="396000"/>
          </a:xfrm>
          <a:prstGeom prst="flowChartTerminator">
            <a:avLst/>
          </a:prstGeom>
          <a:solidFill>
            <a:srgbClr val="94262A">
              <a:alpha val="12000"/>
            </a:srgb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作者位次</a:t>
            </a:r>
            <a:endParaRPr lang="zh-CN" altLang="en-US" b="1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流程图: 终止 24"/>
          <p:cNvSpPr/>
          <p:nvPr>
            <p:custDataLst>
              <p:tags r:id="rId11"/>
            </p:custDataLst>
          </p:nvPr>
        </p:nvSpPr>
        <p:spPr>
          <a:xfrm>
            <a:off x="7526020" y="2083435"/>
            <a:ext cx="1799590" cy="396000"/>
          </a:xfrm>
          <a:prstGeom prst="flowChartTerminator">
            <a:avLst/>
          </a:prstGeom>
          <a:solidFill>
            <a:srgbClr val="94262A">
              <a:alpha val="12000"/>
            </a:srgb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影响因子</a:t>
            </a:r>
            <a:endParaRPr lang="zh-CN" altLang="en-US" b="1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矩形: 圆角 17"/>
          <p:cNvSpPr/>
          <p:nvPr>
            <p:custDataLst>
              <p:tags r:id="rId12"/>
            </p:custDataLst>
          </p:nvPr>
        </p:nvSpPr>
        <p:spPr>
          <a:xfrm>
            <a:off x="3326765" y="2083435"/>
            <a:ext cx="1918335" cy="396000"/>
          </a:xfrm>
          <a:prstGeom prst="roundRect">
            <a:avLst>
              <a:gd name="adj" fmla="val 50000"/>
            </a:avLst>
          </a:prstGeom>
          <a:solidFill>
            <a:srgbClr val="94262A">
              <a:alpha val="12000"/>
            </a:srgb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b="1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期刊名称</a:t>
            </a:r>
            <a:endParaRPr lang="zh-CN" altLang="en-US" b="1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2286278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2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3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4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5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等腰三角形 2"/>
          <p:cNvSpPr/>
          <p:nvPr/>
        </p:nvSpPr>
        <p:spPr>
          <a:xfrm rot="5400000" flipH="1">
            <a:off x="2511950" y="2806667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毕业论文</a:t>
            </a:r>
            <a:endParaRPr lang="zh-CN" altLang="en-US" sz="2400" b="1" dirty="0">
              <a:solidFill>
                <a:srgbClr val="00551F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611142" y="5272013"/>
            <a:ext cx="3775544" cy="382300"/>
            <a:chOff x="885666" y="5192983"/>
            <a:chExt cx="10420668" cy="1055165"/>
          </a:xfrm>
          <a:effectLst>
            <a:outerShdw blurRad="469900" dist="279400" dir="5400000" sx="94000" sy="94000" algn="t" rotWithShape="0">
              <a:schemeClr val="accent1">
                <a:lumMod val="50000"/>
                <a:alpha val="46000"/>
              </a:schemeClr>
            </a:outerShdw>
          </a:effectLst>
        </p:grpSpPr>
        <p:sp>
          <p:nvSpPr>
            <p:cNvPr id="16" name="梯形 15"/>
            <p:cNvSpPr/>
            <p:nvPr/>
          </p:nvSpPr>
          <p:spPr>
            <a:xfrm>
              <a:off x="885666" y="5192983"/>
              <a:ext cx="10420668" cy="726655"/>
            </a:xfrm>
            <a:prstGeom prst="trapezoid">
              <a:avLst>
                <a:gd name="adj" fmla="val 102970"/>
              </a:avLst>
            </a:prstGeom>
            <a:gradFill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矩形: 圆角 4"/>
            <p:cNvSpPr/>
            <p:nvPr/>
          </p:nvSpPr>
          <p:spPr>
            <a:xfrm>
              <a:off x="885666" y="5902705"/>
              <a:ext cx="10420668" cy="345443"/>
            </a:xfrm>
            <a:prstGeom prst="roundRect">
              <a:avLst>
                <a:gd name="adj" fmla="val 8547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8" name="图片 27" descr="C:/Users/86180/Downloads/检测文章是否违法广告法.png检测文章是否违法广告法"/>
          <p:cNvPicPr>
            <a:picLocks noChangeAspect="1"/>
          </p:cNvPicPr>
          <p:nvPr/>
        </p:nvPicPr>
        <p:blipFill rotWithShape="1">
          <a:blip r:embed="rId1"/>
          <a:srcRect l="813" r="813"/>
          <a:stretch>
            <a:fillRect/>
          </a:stretch>
        </p:blipFill>
        <p:spPr>
          <a:xfrm>
            <a:off x="3024351" y="1571888"/>
            <a:ext cx="2949126" cy="37954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</p:pic>
      <p:sp>
        <p:nvSpPr>
          <p:cNvPr id="29" name="文本框 28"/>
          <p:cNvSpPr txBox="1"/>
          <p:nvPr/>
        </p:nvSpPr>
        <p:spPr>
          <a:xfrm>
            <a:off x="6526888" y="2064982"/>
            <a:ext cx="3717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《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基于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技术在心血管疾病中的研究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》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6526888" y="2589150"/>
            <a:ext cx="55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: 圆角 38"/>
          <p:cNvSpPr/>
          <p:nvPr/>
        </p:nvSpPr>
        <p:spPr>
          <a:xfrm>
            <a:off x="6526888" y="1505650"/>
            <a:ext cx="1736739" cy="429473"/>
          </a:xfrm>
          <a:prstGeom prst="roundRect">
            <a:avLst>
              <a:gd name="adj" fmla="val 50000"/>
            </a:avLst>
          </a:prstGeom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>
                <a:latin typeface="+mj-ea"/>
                <a:ea typeface="+mj-ea"/>
              </a:rPr>
              <a:t>论文题目</a:t>
            </a:r>
            <a:endParaRPr lang="zh-CN" altLang="en-US" sz="2000" b="1" dirty="0">
              <a:latin typeface="+mj-ea"/>
              <a:ea typeface="+mj-ea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6526888" y="2830519"/>
            <a:ext cx="1736739" cy="429473"/>
          </a:xfrm>
          <a:prstGeom prst="roundRect">
            <a:avLst>
              <a:gd name="adj" fmla="val 50000"/>
            </a:avLst>
          </a:prstGeom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>
                <a:latin typeface="+mj-ea"/>
                <a:ea typeface="+mj-ea"/>
              </a:rPr>
              <a:t>研究内容</a:t>
            </a:r>
            <a:endParaRPr lang="zh-CN" altLang="en-US" sz="2000" b="1" dirty="0">
              <a:latin typeface="+mj-ea"/>
              <a:ea typeface="+mj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526888" y="3389851"/>
            <a:ext cx="5580000" cy="70294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1600" dirty="0"/>
              <a:t>参与</a:t>
            </a:r>
            <a:r>
              <a:rPr lang="en-US" altLang="zh-CN" sz="1600" dirty="0"/>
              <a:t>xxx</a:t>
            </a:r>
            <a:r>
              <a:rPr lang="zh-CN" altLang="en-US" sz="1600" dirty="0"/>
              <a:t>课题项目，基于</a:t>
            </a:r>
            <a:r>
              <a:rPr lang="en-US" altLang="zh-CN" sz="1600" dirty="0"/>
              <a:t>xx</a:t>
            </a:r>
            <a:r>
              <a:rPr lang="zh-CN" altLang="en-US" sz="1600" dirty="0"/>
              <a:t>，利用</a:t>
            </a:r>
            <a:r>
              <a:rPr lang="en-US" altLang="zh-CN" sz="1600" dirty="0"/>
              <a:t>xx</a:t>
            </a:r>
            <a:r>
              <a:rPr lang="zh-CN" altLang="en-US" sz="1600" dirty="0"/>
              <a:t>等方法，检测</a:t>
            </a:r>
            <a:r>
              <a:rPr lang="en-US" altLang="zh-CN" sz="1600" dirty="0"/>
              <a:t>xx</a:t>
            </a:r>
            <a:r>
              <a:rPr lang="zh-CN" altLang="en-US" sz="1600" dirty="0"/>
              <a:t>特征，阐明</a:t>
            </a:r>
            <a:r>
              <a:rPr lang="en-US" altLang="zh-CN" sz="1600" dirty="0"/>
              <a:t>xx</a:t>
            </a:r>
            <a:r>
              <a:rPr lang="zh-CN" altLang="en-US" sz="1600" dirty="0"/>
              <a:t>机制。利用</a:t>
            </a:r>
            <a:r>
              <a:rPr lang="en-US" altLang="zh-CN" sz="1600" dirty="0"/>
              <a:t>xx</a:t>
            </a:r>
            <a:r>
              <a:rPr lang="zh-CN" altLang="en-US" sz="1600" dirty="0"/>
              <a:t>等方法，检测</a:t>
            </a:r>
            <a:r>
              <a:rPr lang="en-US" altLang="zh-CN" sz="1600" dirty="0"/>
              <a:t>xx</a:t>
            </a:r>
            <a:r>
              <a:rPr lang="zh-CN" altLang="en-US" sz="1600" dirty="0"/>
              <a:t>特征，阐明</a:t>
            </a:r>
            <a:r>
              <a:rPr lang="en-US" altLang="zh-CN" sz="1600" dirty="0"/>
              <a:t>xx</a:t>
            </a:r>
            <a:r>
              <a:rPr lang="zh-CN" altLang="en-US" sz="1600" dirty="0"/>
              <a:t>机制。</a:t>
            </a:r>
            <a:endParaRPr lang="zh-CN" altLang="en-US" sz="1600" dirty="0"/>
          </a:p>
        </p:txBody>
      </p:sp>
      <p:sp>
        <p:nvSpPr>
          <p:cNvPr id="45" name="矩形: 圆角 44"/>
          <p:cNvSpPr/>
          <p:nvPr/>
        </p:nvSpPr>
        <p:spPr>
          <a:xfrm>
            <a:off x="6526888" y="4519783"/>
            <a:ext cx="1736739" cy="429473"/>
          </a:xfrm>
          <a:prstGeom prst="roundRect">
            <a:avLst>
              <a:gd name="adj" fmla="val 50000"/>
            </a:avLst>
          </a:prstGeom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>
                <a:latin typeface="+mj-ea"/>
                <a:ea typeface="+mj-ea"/>
              </a:rPr>
              <a:t>研究成果</a:t>
            </a:r>
            <a:endParaRPr lang="zh-CN" altLang="en-US" sz="2000" b="1" dirty="0">
              <a:latin typeface="+mj-ea"/>
              <a:ea typeface="+mj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526888" y="5079118"/>
            <a:ext cx="5580000" cy="102303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/>
              <a:t>基于</a:t>
            </a:r>
            <a:r>
              <a:rPr lang="en-US" altLang="zh-CN" sz="1600" dirty="0"/>
              <a:t>xx</a:t>
            </a:r>
            <a:r>
              <a:rPr lang="zh-CN" altLang="en-US" sz="1600" dirty="0"/>
              <a:t>，利用</a:t>
            </a:r>
            <a:r>
              <a:rPr lang="en-US" altLang="zh-CN" sz="1600" dirty="0"/>
              <a:t>xx</a:t>
            </a:r>
            <a:r>
              <a:rPr lang="zh-CN" altLang="en-US" sz="1600" dirty="0"/>
              <a:t>等方法，检测</a:t>
            </a:r>
            <a:r>
              <a:rPr lang="en-US" altLang="zh-CN" sz="1600" dirty="0"/>
              <a:t>xx</a:t>
            </a:r>
            <a:r>
              <a:rPr lang="zh-CN" altLang="en-US" sz="1600" dirty="0"/>
              <a:t>特征，阐明</a:t>
            </a:r>
            <a:r>
              <a:rPr lang="en-US" altLang="zh-CN" sz="1600" dirty="0"/>
              <a:t>xx</a:t>
            </a:r>
            <a:r>
              <a:rPr lang="zh-CN" altLang="en-US" sz="1600" dirty="0"/>
              <a:t>机制。</a:t>
            </a:r>
            <a:endParaRPr lang="en-US" altLang="zh-CN" sz="1600" dirty="0"/>
          </a:p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/>
              <a:t>利用</a:t>
            </a:r>
            <a:r>
              <a:rPr lang="en-US" altLang="zh-CN" sz="1600" dirty="0"/>
              <a:t>xx</a:t>
            </a:r>
            <a:r>
              <a:rPr lang="zh-CN" altLang="en-US" sz="1600" dirty="0"/>
              <a:t>等方法，检测</a:t>
            </a:r>
            <a:r>
              <a:rPr lang="en-US" altLang="zh-CN" sz="1600" dirty="0"/>
              <a:t>xx</a:t>
            </a:r>
            <a:r>
              <a:rPr lang="zh-CN" altLang="en-US" sz="1600" dirty="0"/>
              <a:t>特征，阐明</a:t>
            </a:r>
            <a:r>
              <a:rPr lang="en-US" altLang="zh-CN" sz="1600" dirty="0"/>
              <a:t>xx</a:t>
            </a:r>
            <a:r>
              <a:rPr lang="zh-CN" altLang="en-US" sz="1600" dirty="0"/>
              <a:t>机制。</a:t>
            </a:r>
            <a:endParaRPr lang="en-US" altLang="zh-CN" sz="1600" dirty="0"/>
          </a:p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/>
              <a:t>为</a:t>
            </a:r>
            <a:r>
              <a:rPr lang="en-US" altLang="zh-CN" sz="1600" dirty="0"/>
              <a:t>xx</a:t>
            </a:r>
            <a:r>
              <a:rPr lang="zh-CN" altLang="en-US" sz="1600" dirty="0"/>
              <a:t>研究提供理论基础，为</a:t>
            </a:r>
            <a:r>
              <a:rPr lang="en-US" altLang="zh-CN" sz="1600" dirty="0"/>
              <a:t>xx</a:t>
            </a:r>
            <a:r>
              <a:rPr lang="zh-CN" altLang="en-US" sz="1600" dirty="0"/>
              <a:t>的改善提供新的选择方向</a:t>
            </a:r>
            <a:endParaRPr lang="zh-CN" altLang="en-US" sz="1600" dirty="0"/>
          </a:p>
        </p:txBody>
      </p:sp>
      <p:cxnSp>
        <p:nvCxnSpPr>
          <p:cNvPr id="47" name="直接连接符 46"/>
          <p:cNvCxnSpPr/>
          <p:nvPr/>
        </p:nvCxnSpPr>
        <p:spPr>
          <a:xfrm>
            <a:off x="6526888" y="4278414"/>
            <a:ext cx="55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2286278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2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3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4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5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等腰三角形 2"/>
          <p:cNvSpPr/>
          <p:nvPr/>
        </p:nvSpPr>
        <p:spPr>
          <a:xfrm rot="5400000" flipH="1">
            <a:off x="2513855" y="2806667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科研项目</a:t>
            </a:r>
            <a:endParaRPr lang="zh-CN" altLang="en-US" sz="2400" b="1" dirty="0">
              <a:solidFill>
                <a:srgbClr val="00551F"/>
              </a:solidFill>
              <a:latin typeface="+mj-ea"/>
              <a:ea typeface="+mj-ea"/>
            </a:endParaRPr>
          </a:p>
        </p:txBody>
      </p:sp>
      <p:pic>
        <p:nvPicPr>
          <p:cNvPr id="53" name="图片 52" descr="图片3"/>
          <p:cNvPicPr>
            <a:picLocks noChangeAspect="1"/>
          </p:cNvPicPr>
          <p:nvPr/>
        </p:nvPicPr>
        <p:blipFill>
          <a:blip r:embed="rId1"/>
          <a:srcRect t="6837" b="6779"/>
          <a:stretch>
            <a:fillRect/>
          </a:stretch>
        </p:blipFill>
        <p:spPr>
          <a:xfrm>
            <a:off x="8750300" y="1315085"/>
            <a:ext cx="2584450" cy="15948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5" name="组合 54"/>
          <p:cNvGrpSpPr/>
          <p:nvPr/>
        </p:nvGrpSpPr>
        <p:grpSpPr>
          <a:xfrm>
            <a:off x="3175635" y="1650205"/>
            <a:ext cx="4626610" cy="924560"/>
            <a:chOff x="11600" y="3574"/>
            <a:chExt cx="7286" cy="1456"/>
          </a:xfrm>
        </p:grpSpPr>
        <p:sp>
          <p:nvSpPr>
            <p:cNvPr id="56" name="文本框 55"/>
            <p:cNvSpPr txBox="1"/>
            <p:nvPr/>
          </p:nvSpPr>
          <p:spPr>
            <a:xfrm>
              <a:off x="11600" y="3574"/>
              <a:ext cx="7286" cy="62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lvl="0" algn="ctr">
                <a:lnSpc>
                  <a:spcPct val="100000"/>
                </a:lnSpc>
                <a:buClrTx/>
                <a:buSzTx/>
                <a:buFontTx/>
              </a:pPr>
              <a:r>
                <a:rPr kumimoji="1" lang="zh-CN" altLang="en-US" sz="20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 Regular" panose="02020803070505020304" charset="0"/>
                  <a:sym typeface="+mn-ea"/>
                </a:rPr>
                <a:t>国家级大学生创新创业训练计划项目</a:t>
              </a:r>
              <a:endParaRPr kumimoji="1"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2"/>
              </p:custDataLst>
            </p:nvPr>
          </p:nvSpPr>
          <p:spPr>
            <a:xfrm>
              <a:off x="11600" y="4402"/>
              <a:ext cx="7286" cy="62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lvl="0" algn="ctr">
                <a:lnSpc>
                  <a:spcPct val="100000"/>
                </a:lnSpc>
                <a:buClrTx/>
                <a:buSzTx/>
                <a:buFontTx/>
              </a:pPr>
              <a:r>
                <a:rPr kumimoji="1" lang="zh-CN" altLang="en-US" sz="20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 Regular" panose="02020803070505020304" charset="0"/>
                  <a:sym typeface="+mn-ea"/>
                </a:rPr>
                <a:t>《</a:t>
              </a:r>
              <a:r>
                <a:rPr kumimoji="1" lang="en-US" altLang="zh-CN" sz="20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 Regular" panose="02020803070505020304" charset="0"/>
                  <a:sym typeface="+mn-ea"/>
                </a:rPr>
                <a:t>XXXXX</a:t>
              </a:r>
              <a:r>
                <a:rPr kumimoji="1" lang="zh-CN" altLang="en-US" sz="20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 Regular" panose="02020803070505020304" charset="0"/>
                  <a:sym typeface="+mn-ea"/>
                </a:rPr>
                <a:t>项目名称</a:t>
              </a:r>
              <a:r>
                <a:rPr kumimoji="1" lang="en-US" altLang="zh-CN" sz="20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 Regular" panose="02020803070505020304" charset="0"/>
                  <a:sym typeface="+mn-ea"/>
                </a:rPr>
                <a:t>XXXXX</a:t>
              </a:r>
              <a:r>
                <a:rPr kumimoji="1" lang="zh-CN" altLang="en-US" sz="20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Times New Roman Regular" panose="02020803070505020304" charset="0"/>
                  <a:sym typeface="+mn-ea"/>
                </a:rPr>
                <a:t>》</a:t>
              </a:r>
              <a:endParaRPr kumimoji="1"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endParaRPr>
            </a:p>
          </p:txBody>
        </p:sp>
      </p:grpSp>
      <p:sp>
        <p:nvSpPr>
          <p:cNvPr id="58" name="文本框 57"/>
          <p:cNvSpPr txBox="1"/>
          <p:nvPr>
            <p:custDataLst>
              <p:tags r:id="rId3"/>
            </p:custDataLst>
          </p:nvPr>
        </p:nvSpPr>
        <p:spPr>
          <a:xfrm>
            <a:off x="3231515" y="3396038"/>
            <a:ext cx="163154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0055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项目内容</a:t>
            </a:r>
            <a:endParaRPr kumimoji="1" lang="zh-CN" altLang="en-US" sz="2000" b="1" spc="120" dirty="0">
              <a:solidFill>
                <a:srgbClr val="00551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9" name="直接连接符 58"/>
          <p:cNvCxnSpPr/>
          <p:nvPr>
            <p:custDataLst>
              <p:tags r:id="rId4"/>
            </p:custDataLst>
          </p:nvPr>
        </p:nvCxnSpPr>
        <p:spPr>
          <a:xfrm>
            <a:off x="3302277" y="3759627"/>
            <a:ext cx="21941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60" name="Shape 47"/>
          <p:cNvSpPr/>
          <p:nvPr>
            <p:custDataLst>
              <p:tags r:id="rId5"/>
            </p:custDataLst>
          </p:nvPr>
        </p:nvSpPr>
        <p:spPr>
          <a:xfrm>
            <a:off x="3231515" y="3812554"/>
            <a:ext cx="2507727" cy="192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p>
            <a:pPr marL="171450" indent="-1714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XXXXXXXXXXXXXXX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indent="-1714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XXXXXXXXXXXXXXX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61" name="文本框 60"/>
          <p:cNvSpPr txBox="1"/>
          <p:nvPr>
            <p:custDataLst>
              <p:tags r:id="rId6"/>
            </p:custDataLst>
          </p:nvPr>
        </p:nvSpPr>
        <p:spPr>
          <a:xfrm>
            <a:off x="6242629" y="3396038"/>
            <a:ext cx="163154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0055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项目成果</a:t>
            </a:r>
            <a:endParaRPr kumimoji="1" lang="zh-CN" altLang="en-US" sz="2000" b="1" spc="120" dirty="0">
              <a:solidFill>
                <a:srgbClr val="00551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2" name="直接连接符 61"/>
          <p:cNvCxnSpPr/>
          <p:nvPr>
            <p:custDataLst>
              <p:tags r:id="rId7"/>
            </p:custDataLst>
          </p:nvPr>
        </p:nvCxnSpPr>
        <p:spPr>
          <a:xfrm>
            <a:off x="6313391" y="3759627"/>
            <a:ext cx="21941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63" name="Shape 47"/>
          <p:cNvSpPr/>
          <p:nvPr>
            <p:custDataLst>
              <p:tags r:id="rId8"/>
            </p:custDataLst>
          </p:nvPr>
        </p:nvSpPr>
        <p:spPr>
          <a:xfrm>
            <a:off x="6242629" y="3812554"/>
            <a:ext cx="2507727" cy="192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p>
            <a:pPr marL="171450" indent="-1714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XXXXXXXXXXXXXXX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indent="-1714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XXXXXXXXXXXXXXX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64" name="文本框 63"/>
          <p:cNvSpPr txBox="1"/>
          <p:nvPr>
            <p:custDataLst>
              <p:tags r:id="rId9"/>
            </p:custDataLst>
          </p:nvPr>
        </p:nvSpPr>
        <p:spPr>
          <a:xfrm>
            <a:off x="9253743" y="3396038"/>
            <a:ext cx="163154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00551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负责工作</a:t>
            </a:r>
            <a:endParaRPr kumimoji="1" lang="zh-CN" altLang="en-US" sz="2000" b="1" spc="120" dirty="0">
              <a:solidFill>
                <a:srgbClr val="00551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5" name="直接连接符 64"/>
          <p:cNvCxnSpPr/>
          <p:nvPr>
            <p:custDataLst>
              <p:tags r:id="rId10"/>
            </p:custDataLst>
          </p:nvPr>
        </p:nvCxnSpPr>
        <p:spPr>
          <a:xfrm>
            <a:off x="9324504" y="3759627"/>
            <a:ext cx="21941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66" name="Shape 47"/>
          <p:cNvSpPr/>
          <p:nvPr>
            <p:custDataLst>
              <p:tags r:id="rId11"/>
            </p:custDataLst>
          </p:nvPr>
        </p:nvSpPr>
        <p:spPr>
          <a:xfrm>
            <a:off x="9253743" y="3812554"/>
            <a:ext cx="2507727" cy="192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p>
            <a:pPr marL="171450" indent="-1714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XXXXXXXXXXXXXXX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indent="-17145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XXXXXXXXXXXXXXX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cxnSp>
        <p:nvCxnSpPr>
          <p:cNvPr id="67" name="直接连接符 66"/>
          <p:cNvCxnSpPr/>
          <p:nvPr>
            <p:custDataLst>
              <p:tags r:id="rId12"/>
            </p:custDataLst>
          </p:nvPr>
        </p:nvCxnSpPr>
        <p:spPr>
          <a:xfrm rot="16200000">
            <a:off x="7818947" y="4501762"/>
            <a:ext cx="219419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cxnSp>
        <p:nvCxnSpPr>
          <p:cNvPr id="68" name="直接连接符 67"/>
          <p:cNvCxnSpPr/>
          <p:nvPr>
            <p:custDataLst>
              <p:tags r:id="rId13"/>
            </p:custDataLst>
          </p:nvPr>
        </p:nvCxnSpPr>
        <p:spPr>
          <a:xfrm rot="16200000">
            <a:off x="4807834" y="4501762"/>
            <a:ext cx="219419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</p:spTree>
    <p:custDataLst>
      <p:tags r:id="rId1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2286278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2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3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4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5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等腰三角形 2"/>
          <p:cNvSpPr/>
          <p:nvPr/>
        </p:nvSpPr>
        <p:spPr>
          <a:xfrm rot="5400000" flipH="1">
            <a:off x="2513855" y="2806667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科研竞赛</a:t>
            </a:r>
            <a:endParaRPr lang="zh-CN" altLang="en-US" sz="2400" b="1" dirty="0">
              <a:solidFill>
                <a:srgbClr val="00551F"/>
              </a:solidFill>
              <a:latin typeface="+mj-ea"/>
              <a:ea typeface="+mj-ea"/>
            </a:endParaRPr>
          </a:p>
        </p:txBody>
      </p:sp>
      <p:sp>
        <p:nvSpPr>
          <p:cNvPr id="79" name="任意多边形: 形状 82"/>
          <p:cNvSpPr/>
          <p:nvPr>
            <p:custDataLst>
              <p:tags r:id="rId1"/>
            </p:custDataLst>
          </p:nvPr>
        </p:nvSpPr>
        <p:spPr>
          <a:xfrm>
            <a:off x="3280410" y="2055813"/>
            <a:ext cx="2132330" cy="3477895"/>
          </a:xfrm>
          <a:custGeom>
            <a:avLst/>
            <a:gdLst>
              <a:gd name="connsiteX0" fmla="*/ 393700 w 2132559"/>
              <a:gd name="connsiteY0" fmla="*/ 0 h 3477718"/>
              <a:gd name="connsiteX1" fmla="*/ 2132559 w 2132559"/>
              <a:gd name="connsiteY1" fmla="*/ 1738859 h 3477718"/>
              <a:gd name="connsiteX2" fmla="*/ 393700 w 2132559"/>
              <a:gd name="connsiteY2" fmla="*/ 3477718 h 3477718"/>
              <a:gd name="connsiteX3" fmla="*/ 43260 w 2132559"/>
              <a:gd name="connsiteY3" fmla="*/ 3442391 h 3477718"/>
              <a:gd name="connsiteX4" fmla="*/ 0 w 2132559"/>
              <a:gd name="connsiteY4" fmla="*/ 3431268 h 3477718"/>
              <a:gd name="connsiteX5" fmla="*/ 0 w 2132559"/>
              <a:gd name="connsiteY5" fmla="*/ 46451 h 3477718"/>
              <a:gd name="connsiteX6" fmla="*/ 43260 w 2132559"/>
              <a:gd name="connsiteY6" fmla="*/ 35328 h 3477718"/>
              <a:gd name="connsiteX7" fmla="*/ 393700 w 2132559"/>
              <a:gd name="connsiteY7" fmla="*/ 0 h 347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2559" h="3477718">
                <a:moveTo>
                  <a:pt x="393700" y="0"/>
                </a:moveTo>
                <a:cubicBezTo>
                  <a:pt x="1354045" y="0"/>
                  <a:pt x="2132559" y="778514"/>
                  <a:pt x="2132559" y="1738859"/>
                </a:cubicBezTo>
                <a:cubicBezTo>
                  <a:pt x="2132559" y="2699204"/>
                  <a:pt x="1354045" y="3477718"/>
                  <a:pt x="393700" y="3477718"/>
                </a:cubicBezTo>
                <a:cubicBezTo>
                  <a:pt x="273657" y="3477718"/>
                  <a:pt x="156455" y="3465554"/>
                  <a:pt x="43260" y="3442391"/>
                </a:cubicBezTo>
                <a:lnTo>
                  <a:pt x="0" y="3431268"/>
                </a:lnTo>
                <a:lnTo>
                  <a:pt x="0" y="46451"/>
                </a:lnTo>
                <a:lnTo>
                  <a:pt x="43260" y="35328"/>
                </a:lnTo>
                <a:cubicBezTo>
                  <a:pt x="156455" y="12164"/>
                  <a:pt x="273657" y="0"/>
                  <a:pt x="393700" y="0"/>
                </a:cubicBezTo>
                <a:close/>
              </a:path>
            </a:pathLst>
          </a:custGeom>
          <a:solidFill>
            <a:srgbClr val="00551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rgbClr val="1F3484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0" name="任意多边形: 形状 84"/>
          <p:cNvSpPr/>
          <p:nvPr>
            <p:custDataLst>
              <p:tags r:id="rId2"/>
            </p:custDataLst>
          </p:nvPr>
        </p:nvSpPr>
        <p:spPr>
          <a:xfrm>
            <a:off x="3280410" y="1530350"/>
            <a:ext cx="2627630" cy="4468495"/>
          </a:xfrm>
          <a:custGeom>
            <a:avLst/>
            <a:gdLst>
              <a:gd name="connsiteX0" fmla="*/ 393700 w 2627859"/>
              <a:gd name="connsiteY0" fmla="*/ 0 h 4468318"/>
              <a:gd name="connsiteX1" fmla="*/ 2627859 w 2627859"/>
              <a:gd name="connsiteY1" fmla="*/ 2234159 h 4468318"/>
              <a:gd name="connsiteX2" fmla="*/ 393700 w 2627859"/>
              <a:gd name="connsiteY2" fmla="*/ 4468318 h 4468318"/>
              <a:gd name="connsiteX3" fmla="*/ 165271 w 2627859"/>
              <a:gd name="connsiteY3" fmla="*/ 4456784 h 4468318"/>
              <a:gd name="connsiteX4" fmla="*/ 0 w 2627859"/>
              <a:gd name="connsiteY4" fmla="*/ 4431560 h 4468318"/>
              <a:gd name="connsiteX5" fmla="*/ 0 w 2627859"/>
              <a:gd name="connsiteY5" fmla="*/ 36758 h 4468318"/>
              <a:gd name="connsiteX6" fmla="*/ 165271 w 2627859"/>
              <a:gd name="connsiteY6" fmla="*/ 11535 h 4468318"/>
              <a:gd name="connsiteX7" fmla="*/ 393700 w 2627859"/>
              <a:gd name="connsiteY7" fmla="*/ 0 h 4468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7859" h="4468318">
                <a:moveTo>
                  <a:pt x="393700" y="0"/>
                </a:moveTo>
                <a:cubicBezTo>
                  <a:pt x="1627592" y="0"/>
                  <a:pt x="2627859" y="1000267"/>
                  <a:pt x="2627859" y="2234159"/>
                </a:cubicBezTo>
                <a:cubicBezTo>
                  <a:pt x="2627859" y="3468051"/>
                  <a:pt x="1627592" y="4468318"/>
                  <a:pt x="393700" y="4468318"/>
                </a:cubicBezTo>
                <a:cubicBezTo>
                  <a:pt x="316582" y="4468318"/>
                  <a:pt x="240376" y="4464411"/>
                  <a:pt x="165271" y="4456784"/>
                </a:cubicBezTo>
                <a:lnTo>
                  <a:pt x="0" y="4431560"/>
                </a:lnTo>
                <a:lnTo>
                  <a:pt x="0" y="36758"/>
                </a:lnTo>
                <a:lnTo>
                  <a:pt x="165271" y="11535"/>
                </a:lnTo>
                <a:cubicBezTo>
                  <a:pt x="240376" y="3907"/>
                  <a:pt x="316582" y="0"/>
                  <a:pt x="393700" y="0"/>
                </a:cubicBezTo>
                <a:close/>
              </a:path>
            </a:pathLst>
          </a:custGeom>
          <a:noFill/>
          <a:ln w="101600">
            <a:gradFill>
              <a:gsLst>
                <a:gs pos="61000">
                  <a:sysClr val="window" lastClr="FFFFFF">
                    <a:alpha val="0"/>
                  </a:sysClr>
                </a:gs>
                <a:gs pos="92000">
                  <a:srgbClr val="00551F"/>
                </a:gs>
              </a:gsLst>
              <a:lin ang="0" scaled="0"/>
            </a:gradFill>
          </a:ln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ysClr val="window" lastClr="FFFF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3"/>
            </p:custDataLst>
          </p:nvPr>
        </p:nvSpPr>
        <p:spPr>
          <a:xfrm>
            <a:off x="3485515" y="353377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科研竞赛</a:t>
            </a:r>
            <a:endParaRPr lang="zh-CN" altLang="en-US" sz="28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609465" y="153035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1F3484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1</a:t>
            </a:r>
            <a:endParaRPr lang="en-US" altLang="zh-CN" sz="2000" b="1" dirty="0">
              <a:solidFill>
                <a:srgbClr val="1F3484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83" name="椭圆 8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294630" y="249174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1F3484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2</a:t>
            </a:r>
            <a:endParaRPr lang="en-US" altLang="zh-CN" sz="2000" b="1" dirty="0">
              <a:solidFill>
                <a:srgbClr val="1F3484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84" name="椭圆 8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548630" y="345313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1F3484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3</a:t>
            </a:r>
            <a:endParaRPr lang="en-US" altLang="zh-CN" sz="2000" b="1" dirty="0">
              <a:solidFill>
                <a:srgbClr val="1F3484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85" name="椭圆 8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220970" y="441452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1F3484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4</a:t>
            </a:r>
            <a:endParaRPr lang="en-US" altLang="zh-CN" sz="2000" b="1" dirty="0">
              <a:solidFill>
                <a:srgbClr val="1F3484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86" name="椭圆 85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538345" y="537591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1F3484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5</a:t>
            </a:r>
            <a:endParaRPr lang="en-US" altLang="zh-CN" sz="2000" b="1" dirty="0">
              <a:solidFill>
                <a:srgbClr val="1F3484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87" name="矩形 86"/>
          <p:cNvSpPr/>
          <p:nvPr>
            <p:custDataLst>
              <p:tags r:id="rId9"/>
            </p:custDataLst>
          </p:nvPr>
        </p:nvSpPr>
        <p:spPr>
          <a:xfrm>
            <a:off x="5687060" y="1419860"/>
            <a:ext cx="474599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第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届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XXXXXXXXXX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级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00551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88" name="矩形 87"/>
          <p:cNvSpPr/>
          <p:nvPr>
            <p:custDataLst>
              <p:tags r:id="rId10"/>
            </p:custDataLst>
          </p:nvPr>
        </p:nvSpPr>
        <p:spPr>
          <a:xfrm>
            <a:off x="5687060" y="1799590"/>
            <a:ext cx="3681095" cy="4108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《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参赛项目名称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》</a:t>
            </a:r>
            <a:endParaRPr kumimoji="0" lang="zh-CN" altLang="en-US" sz="1600" b="0" i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89" name="矩形 88"/>
          <p:cNvSpPr/>
          <p:nvPr>
            <p:custDataLst>
              <p:tags r:id="rId11"/>
            </p:custDataLst>
          </p:nvPr>
        </p:nvSpPr>
        <p:spPr>
          <a:xfrm>
            <a:off x="6232525" y="2402840"/>
            <a:ext cx="474599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第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届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XXXXXXXXXX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级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00551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90" name="矩形 89"/>
          <p:cNvSpPr/>
          <p:nvPr>
            <p:custDataLst>
              <p:tags r:id="rId12"/>
            </p:custDataLst>
          </p:nvPr>
        </p:nvSpPr>
        <p:spPr>
          <a:xfrm>
            <a:off x="6232525" y="2782570"/>
            <a:ext cx="3681095" cy="4108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《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参赛项目名称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》</a:t>
            </a:r>
            <a:endParaRPr kumimoji="0" lang="zh-CN" altLang="en-US" sz="1600" b="0" i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91" name="矩形 90"/>
          <p:cNvSpPr/>
          <p:nvPr>
            <p:custDataLst>
              <p:tags r:id="rId13"/>
            </p:custDataLst>
          </p:nvPr>
        </p:nvSpPr>
        <p:spPr>
          <a:xfrm>
            <a:off x="6368415" y="3448685"/>
            <a:ext cx="474599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第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届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XXXXXXXXXX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级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00551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92" name="矩形 91"/>
          <p:cNvSpPr/>
          <p:nvPr>
            <p:custDataLst>
              <p:tags r:id="rId14"/>
            </p:custDataLst>
          </p:nvPr>
        </p:nvSpPr>
        <p:spPr>
          <a:xfrm>
            <a:off x="6368415" y="3828415"/>
            <a:ext cx="3681095" cy="4108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《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参赛项目名称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》</a:t>
            </a:r>
            <a:endParaRPr kumimoji="0" lang="zh-CN" altLang="en-US" sz="1600" b="0" i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93" name="矩形 92"/>
          <p:cNvSpPr/>
          <p:nvPr>
            <p:custDataLst>
              <p:tags r:id="rId15"/>
            </p:custDataLst>
          </p:nvPr>
        </p:nvSpPr>
        <p:spPr>
          <a:xfrm>
            <a:off x="6232525" y="4494530"/>
            <a:ext cx="474599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第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届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XXXXXXXXXX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级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00551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94" name="矩形 93"/>
          <p:cNvSpPr/>
          <p:nvPr>
            <p:custDataLst>
              <p:tags r:id="rId16"/>
            </p:custDataLst>
          </p:nvPr>
        </p:nvSpPr>
        <p:spPr>
          <a:xfrm>
            <a:off x="6232525" y="4874260"/>
            <a:ext cx="3681095" cy="4108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《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参赛项目名称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》</a:t>
            </a:r>
            <a:endParaRPr kumimoji="0" lang="zh-CN" altLang="en-US" sz="1600" b="0" i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95" name="矩形 94"/>
          <p:cNvSpPr/>
          <p:nvPr>
            <p:custDataLst>
              <p:tags r:id="rId17"/>
            </p:custDataLst>
          </p:nvPr>
        </p:nvSpPr>
        <p:spPr>
          <a:xfrm>
            <a:off x="5412740" y="5540375"/>
            <a:ext cx="474599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第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届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XXXXXXXXXX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级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00551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00551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96" name="矩形 95"/>
          <p:cNvSpPr/>
          <p:nvPr>
            <p:custDataLst>
              <p:tags r:id="rId18"/>
            </p:custDataLst>
          </p:nvPr>
        </p:nvSpPr>
        <p:spPr>
          <a:xfrm>
            <a:off x="5412740" y="5920105"/>
            <a:ext cx="3681095" cy="4108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《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参赛项目名称</a:t>
            </a:r>
            <a:r>
              <a:rPr kumimoji="0" lang="en-US" altLang="zh-CN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XXXXXXX</a:t>
            </a:r>
            <a:r>
              <a:rPr kumimoji="0" lang="zh-CN" altLang="en-US" sz="1600" b="0" i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》</a:t>
            </a:r>
            <a:endParaRPr kumimoji="0" lang="zh-CN" altLang="en-US" sz="1600" b="0" i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2286278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2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3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4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5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等腰三角形 2"/>
          <p:cNvSpPr/>
          <p:nvPr/>
        </p:nvSpPr>
        <p:spPr>
          <a:xfrm rot="5400000" flipH="1">
            <a:off x="2513855" y="2806667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479087" y="365798"/>
            <a:ext cx="27546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科研经历</a:t>
            </a:r>
            <a:r>
              <a:rPr lang="en-US" altLang="zh-CN" sz="2400" b="1" dirty="0">
                <a:latin typeface="+mj-ea"/>
                <a:ea typeface="+mj-ea"/>
              </a:rPr>
              <a:t>-</a:t>
            </a:r>
            <a:r>
              <a:rPr lang="zh-CN" altLang="en-US" sz="2400" b="1" dirty="0">
                <a:latin typeface="+mj-ea"/>
                <a:ea typeface="+mj-ea"/>
              </a:rPr>
              <a:t>科研项目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946447" y="1206976"/>
            <a:ext cx="1377859" cy="395144"/>
          </a:xfrm>
          <a:prstGeom prst="roundRect">
            <a:avLst>
              <a:gd name="adj" fmla="val 50000"/>
            </a:avLst>
          </a:prstGeom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+mj-ea"/>
                <a:ea typeface="+mj-ea"/>
              </a:rPr>
              <a:t>项目内容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46446" y="1756190"/>
            <a:ext cx="5051157" cy="38286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基于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，利用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等方法，检测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特征，阐明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机制</a:t>
            </a:r>
            <a:endParaRPr lang="en-US" altLang="zh-CN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46446" y="2221358"/>
            <a:ext cx="4916623" cy="38286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基于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，利用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等方法，检测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特征，阐明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机制</a:t>
            </a:r>
            <a:endParaRPr lang="en-US" altLang="zh-CN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946447" y="2911979"/>
            <a:ext cx="1377859" cy="395144"/>
          </a:xfrm>
          <a:prstGeom prst="roundRect">
            <a:avLst>
              <a:gd name="adj" fmla="val 50000"/>
            </a:avLst>
          </a:prstGeom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+mj-ea"/>
                <a:ea typeface="+mj-ea"/>
              </a:rPr>
              <a:t>负责工作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946446" y="3461193"/>
            <a:ext cx="5051157" cy="38286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负责项目的实验流程设计，实验数据分析等等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946446" y="3926361"/>
            <a:ext cx="4916623" cy="38286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协助团队完成计划书的撰写，对接外部合作沟通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6946447" y="4616982"/>
            <a:ext cx="1377859" cy="395144"/>
          </a:xfrm>
          <a:prstGeom prst="roundRect">
            <a:avLst>
              <a:gd name="adj" fmla="val 50000"/>
            </a:avLst>
          </a:prstGeom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latin typeface="+mj-ea"/>
                <a:ea typeface="+mj-ea"/>
              </a:rPr>
              <a:t>项目成果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946446" y="5166196"/>
            <a:ext cx="5051157" cy="38286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荣获互联网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+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省级金奖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946446" y="5631364"/>
            <a:ext cx="4916623" cy="38286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解决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人群的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需求，为</a:t>
            </a:r>
            <a:r>
              <a:rPr lang="en-US" altLang="zh-CN" sz="1600" dirty="0">
                <a:latin typeface="微软雅黑 Light" panose="020B0502040204020203" charset="-122"/>
                <a:ea typeface="微软雅黑 Light" panose="020B0502040204020203" charset="-122"/>
              </a:rPr>
              <a:t>xx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</a:rPr>
              <a:t>市场提供差异化需求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04515" y="1420495"/>
            <a:ext cx="3591560" cy="195580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algn="l">
              <a:lnSpc>
                <a:spcPct val="140000"/>
              </a:lnSpc>
            </a:pPr>
            <a:r>
              <a:rPr kumimoji="1" lang="en-US" altLang="zh-CN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XXXXX</a:t>
            </a:r>
            <a:r>
              <a:rPr kumimoji="1"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项目名称</a:t>
            </a:r>
            <a:r>
              <a:rPr kumimoji="1" lang="en-US" altLang="zh-CN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XXXXX</a:t>
            </a:r>
            <a:endParaRPr kumimoji="1" lang="en-US" altLang="zh-CN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kumimoji="1"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项目级别：国家级</a:t>
            </a:r>
            <a:endParaRPr kumimoji="1" lang="en-US" altLang="zh-CN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en-US" sz="2000" b="1" dirty="0">
                <a:solidFill>
                  <a:srgbClr val="00551F"/>
                </a:solidFill>
                <a:latin typeface="+mj-ea"/>
                <a:ea typeface="+mj-ea"/>
              </a:rPr>
              <a:t>职位：第一负责人</a:t>
            </a:r>
            <a:endParaRPr lang="en-US" altLang="zh-CN" sz="2000" b="1" dirty="0">
              <a:solidFill>
                <a:srgbClr val="00551F"/>
              </a:solidFill>
              <a:latin typeface="+mj-ea"/>
              <a:ea typeface="+mj-ea"/>
            </a:endParaRPr>
          </a:p>
          <a:p>
            <a:pPr algn="l">
              <a:lnSpc>
                <a:spcPct val="140000"/>
              </a:lnSpc>
            </a:pPr>
            <a:r>
              <a:rPr lang="zh-CN" altLang="en-US" sz="2000" b="1" dirty="0">
                <a:solidFill>
                  <a:srgbClr val="00551F"/>
                </a:solidFill>
                <a:latin typeface="+mj-ea"/>
                <a:ea typeface="+mj-ea"/>
              </a:rPr>
              <a:t>时间：</a:t>
            </a:r>
            <a:r>
              <a:rPr lang="en-US" altLang="zh-CN" sz="2000" b="1" dirty="0">
                <a:solidFill>
                  <a:srgbClr val="00551F"/>
                </a:solidFill>
                <a:latin typeface="+mj-ea"/>
                <a:ea typeface="+mj-ea"/>
              </a:rPr>
              <a:t>20XX-X</a:t>
            </a:r>
            <a:r>
              <a:rPr lang="zh-CN" altLang="en-US" sz="2000" b="1" dirty="0">
                <a:solidFill>
                  <a:srgbClr val="00551F"/>
                </a:solidFill>
                <a:latin typeface="+mj-ea"/>
                <a:ea typeface="+mj-ea"/>
              </a:rPr>
              <a:t>月</a:t>
            </a:r>
            <a:r>
              <a:rPr lang="en-US" altLang="zh-CN" sz="2000" b="1" dirty="0">
                <a:solidFill>
                  <a:srgbClr val="00551F"/>
                </a:solidFill>
                <a:latin typeface="+mj-ea"/>
                <a:ea typeface="+mj-ea"/>
              </a:rPr>
              <a:t>--</a:t>
            </a:r>
            <a:r>
              <a:rPr lang="en-US" altLang="zh-CN" sz="2000" b="1" dirty="0">
                <a:solidFill>
                  <a:srgbClr val="00551F"/>
                </a:solidFill>
                <a:latin typeface="+mj-ea"/>
                <a:ea typeface="+mj-ea"/>
                <a:sym typeface="+mn-ea"/>
              </a:rPr>
              <a:t>20XX-X</a:t>
            </a:r>
            <a:r>
              <a:rPr lang="zh-CN" altLang="en-US" sz="2000" b="1" dirty="0">
                <a:solidFill>
                  <a:srgbClr val="00551F"/>
                </a:solidFill>
                <a:latin typeface="+mj-ea"/>
                <a:ea typeface="+mj-ea"/>
                <a:sym typeface="+mn-ea"/>
              </a:rPr>
              <a:t>月</a:t>
            </a:r>
            <a:endParaRPr lang="zh-CN" altLang="en-US" sz="2000" b="1" dirty="0">
              <a:solidFill>
                <a:srgbClr val="00551F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4" name="图片 3" descr="图片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115" y="3511550"/>
            <a:ext cx="3248660" cy="200342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2286278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2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3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4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5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等腰三角形 2"/>
          <p:cNvSpPr/>
          <p:nvPr>
            <p:custDataLst>
              <p:tags r:id="rId3"/>
            </p:custDataLst>
          </p:nvPr>
        </p:nvSpPr>
        <p:spPr>
          <a:xfrm rot="5400000" flipH="1">
            <a:off x="2513855" y="2806667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551F"/>
                </a:solidFill>
                <a:latin typeface="+mj-ea"/>
                <a:ea typeface="+mj-ea"/>
              </a:rPr>
              <a:t>科研实习</a:t>
            </a:r>
            <a:endParaRPr lang="zh-CN" altLang="en-US" sz="2400" b="1" dirty="0">
              <a:solidFill>
                <a:srgbClr val="00551F"/>
              </a:solidFill>
              <a:latin typeface="+mj-ea"/>
              <a:ea typeface="+mj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354070" y="1579245"/>
            <a:ext cx="8456930" cy="1070610"/>
            <a:chOff x="5478" y="2319"/>
            <a:chExt cx="13318" cy="1686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5478" y="2319"/>
              <a:ext cx="13319" cy="16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>
                <a:solidFill>
                  <a:srgbClr val="00551F"/>
                </a:solidFill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6385" y="2363"/>
              <a:ext cx="11363" cy="159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algn="ctr">
                <a:lnSpc>
                  <a:spcPct val="120000"/>
                </a:lnSpc>
              </a:pPr>
              <a:r>
                <a:rPr kumimoji="1" sz="24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研究团队：XX大学XX系XXXX课题组</a:t>
              </a:r>
              <a:endParaRPr kumimoji="1" sz="24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kumimoji="1" sz="24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研究方向：XXXX</a:t>
              </a:r>
              <a:r>
                <a:rPr kumimoji="1" lang="zh-CN" altLang="en-US" sz="24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、</a:t>
              </a:r>
              <a:r>
                <a:rPr kumimoji="1" sz="24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XXXX</a:t>
              </a:r>
              <a:r>
                <a:rPr kumimoji="1" lang="zh-CN" altLang="en-US" sz="24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、</a:t>
              </a:r>
              <a:r>
                <a:rPr kumimoji="1" sz="2400" b="1" spc="120" dirty="0">
                  <a:solidFill>
                    <a:srgbClr val="00551F"/>
                  </a:solidFill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XXXX</a:t>
              </a:r>
              <a:endParaRPr kumimoji="1" sz="24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190356" y="2891518"/>
            <a:ext cx="2759178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53988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岗位职责</a:t>
            </a:r>
            <a:endParaRPr kumimoji="1" lang="zh-CN" altLang="en-US" sz="2000" b="1" spc="120" dirty="0">
              <a:solidFill>
                <a:srgbClr val="253988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3190356" y="3362245"/>
            <a:ext cx="5595146" cy="9759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>
              <a:lnSpc>
                <a:spcPct val="12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0">
              <a:lnSpc>
                <a:spcPct val="12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0" name="图片 19" descr="/Users/Guset/Downloads/u=2633773407,761258908&amp;fm=253&amp;fmt=auto&amp;app=138&amp;f=JPEG.jpegu=2633773407,761258908&amp;fm=253&amp;fmt=auto&amp;app=138&amp;f=JPE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9552504" y="2826994"/>
            <a:ext cx="2314580" cy="154305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 descr="/Users/Guset/Downloads/u=2633773407,761258908&amp;fm=253&amp;fmt=auto&amp;app=138&amp;f=JPEG.jpegu=2633773407,761258908&amp;fm=253&amp;fmt=auto&amp;app=138&amp;f=JPE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9552504" y="4653587"/>
            <a:ext cx="2314580" cy="154305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3190356" y="4497960"/>
            <a:ext cx="2759178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53988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实习成果</a:t>
            </a:r>
            <a:endParaRPr kumimoji="1" lang="zh-CN" altLang="en-US" sz="2000" b="1" spc="120" dirty="0">
              <a:solidFill>
                <a:srgbClr val="253988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3190356" y="4987712"/>
            <a:ext cx="5595146" cy="9759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l">
              <a:lnSpc>
                <a:spcPct val="12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0" algn="l">
              <a:lnSpc>
                <a:spcPct val="12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endParaRPr lang="zh-CN" altLang="en-US" sz="14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6015"/>
            <a:ext cx="12192000" cy="2467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Freeform 61"/>
          <p:cNvSpPr/>
          <p:nvPr/>
        </p:nvSpPr>
        <p:spPr bwMode="auto">
          <a:xfrm>
            <a:off x="3126406" y="1908443"/>
            <a:ext cx="2229610" cy="2302796"/>
          </a:xfrm>
          <a:custGeom>
            <a:avLst/>
            <a:gdLst>
              <a:gd name="T0" fmla="*/ 122 w 148"/>
              <a:gd name="T1" fmla="*/ 45 h 171"/>
              <a:gd name="T2" fmla="*/ 129 w 148"/>
              <a:gd name="T3" fmla="*/ 45 h 171"/>
              <a:gd name="T4" fmla="*/ 129 w 148"/>
              <a:gd name="T5" fmla="*/ 38 h 171"/>
              <a:gd name="T6" fmla="*/ 94 w 148"/>
              <a:gd name="T7" fmla="*/ 3 h 171"/>
              <a:gd name="T8" fmla="*/ 89 w 148"/>
              <a:gd name="T9" fmla="*/ 0 h 171"/>
              <a:gd name="T10" fmla="*/ 85 w 148"/>
              <a:gd name="T11" fmla="*/ 3 h 171"/>
              <a:gd name="T12" fmla="*/ 3 w 148"/>
              <a:gd name="T13" fmla="*/ 81 h 171"/>
              <a:gd name="T14" fmla="*/ 0 w 148"/>
              <a:gd name="T15" fmla="*/ 85 h 171"/>
              <a:gd name="T16" fmla="*/ 3 w 148"/>
              <a:gd name="T17" fmla="*/ 90 h 171"/>
              <a:gd name="T18" fmla="*/ 85 w 148"/>
              <a:gd name="T19" fmla="*/ 168 h 171"/>
              <a:gd name="T20" fmla="*/ 89 w 148"/>
              <a:gd name="T21" fmla="*/ 171 h 171"/>
              <a:gd name="T22" fmla="*/ 94 w 148"/>
              <a:gd name="T23" fmla="*/ 168 h 171"/>
              <a:gd name="T24" fmla="*/ 145 w 148"/>
              <a:gd name="T25" fmla="*/ 121 h 171"/>
              <a:gd name="T26" fmla="*/ 148 w 148"/>
              <a:gd name="T27" fmla="*/ 116 h 171"/>
              <a:gd name="T28" fmla="*/ 145 w 148"/>
              <a:gd name="T29" fmla="*/ 112 h 171"/>
              <a:gd name="T30" fmla="*/ 94 w 148"/>
              <a:gd name="T31" fmla="*/ 58 h 171"/>
              <a:gd name="T32" fmla="*/ 89 w 148"/>
              <a:gd name="T33" fmla="*/ 56 h 171"/>
              <a:gd name="T34" fmla="*/ 84 w 148"/>
              <a:gd name="T35" fmla="*/ 59 h 171"/>
              <a:gd name="T36" fmla="*/ 54 w 148"/>
              <a:gd name="T37" fmla="*/ 87 h 171"/>
              <a:gd name="T38" fmla="*/ 52 w 148"/>
              <a:gd name="T39" fmla="*/ 92 h 171"/>
              <a:gd name="T40" fmla="*/ 53 w 148"/>
              <a:gd name="T41" fmla="*/ 95 h 171"/>
              <a:gd name="T42" fmla="*/ 54 w 148"/>
              <a:gd name="T43" fmla="*/ 96 h 171"/>
              <a:gd name="T44" fmla="*/ 77 w 148"/>
              <a:gd name="T45" fmla="*/ 119 h 171"/>
              <a:gd name="T46" fmla="*/ 82 w 148"/>
              <a:gd name="T47" fmla="*/ 122 h 171"/>
              <a:gd name="T48" fmla="*/ 86 w 148"/>
              <a:gd name="T49" fmla="*/ 119 h 171"/>
              <a:gd name="T50" fmla="*/ 99 w 148"/>
              <a:gd name="T51" fmla="*/ 106 h 171"/>
              <a:gd name="T52" fmla="*/ 99 w 148"/>
              <a:gd name="T53" fmla="*/ 99 h 171"/>
              <a:gd name="T54" fmla="*/ 92 w 148"/>
              <a:gd name="T55" fmla="*/ 99 h 171"/>
              <a:gd name="T56" fmla="*/ 81 w 148"/>
              <a:gd name="T57" fmla="*/ 109 h 171"/>
              <a:gd name="T58" fmla="*/ 64 w 148"/>
              <a:gd name="T59" fmla="*/ 92 h 171"/>
              <a:gd name="T60" fmla="*/ 89 w 148"/>
              <a:gd name="T61" fmla="*/ 68 h 171"/>
              <a:gd name="T62" fmla="*/ 136 w 148"/>
              <a:gd name="T63" fmla="*/ 116 h 171"/>
              <a:gd name="T64" fmla="*/ 90 w 148"/>
              <a:gd name="T65" fmla="*/ 159 h 171"/>
              <a:gd name="T66" fmla="*/ 13 w 148"/>
              <a:gd name="T67" fmla="*/ 86 h 171"/>
              <a:gd name="T68" fmla="*/ 90 w 148"/>
              <a:gd name="T69" fmla="*/ 12 h 171"/>
              <a:gd name="T70" fmla="*/ 122 w 148"/>
              <a:gd name="T71" fmla="*/ 45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8" h="171">
                <a:moveTo>
                  <a:pt x="122" y="45"/>
                </a:moveTo>
                <a:cubicBezTo>
                  <a:pt x="124" y="47"/>
                  <a:pt x="127" y="47"/>
                  <a:pt x="129" y="45"/>
                </a:cubicBezTo>
                <a:cubicBezTo>
                  <a:pt x="131" y="43"/>
                  <a:pt x="131" y="40"/>
                  <a:pt x="129" y="38"/>
                </a:cubicBezTo>
                <a:cubicBezTo>
                  <a:pt x="94" y="3"/>
                  <a:pt x="94" y="3"/>
                  <a:pt x="94" y="3"/>
                </a:cubicBezTo>
                <a:cubicBezTo>
                  <a:pt x="93" y="1"/>
                  <a:pt x="92" y="0"/>
                  <a:pt x="89" y="0"/>
                </a:cubicBezTo>
                <a:cubicBezTo>
                  <a:pt x="87" y="1"/>
                  <a:pt x="86" y="2"/>
                  <a:pt x="85" y="3"/>
                </a:cubicBezTo>
                <a:cubicBezTo>
                  <a:pt x="3" y="81"/>
                  <a:pt x="3" y="81"/>
                  <a:pt x="3" y="81"/>
                </a:cubicBezTo>
                <a:cubicBezTo>
                  <a:pt x="2" y="82"/>
                  <a:pt x="0" y="83"/>
                  <a:pt x="0" y="85"/>
                </a:cubicBezTo>
                <a:cubicBezTo>
                  <a:pt x="0" y="88"/>
                  <a:pt x="1" y="89"/>
                  <a:pt x="3" y="90"/>
                </a:cubicBezTo>
                <a:cubicBezTo>
                  <a:pt x="85" y="168"/>
                  <a:pt x="85" y="168"/>
                  <a:pt x="85" y="168"/>
                </a:cubicBezTo>
                <a:cubicBezTo>
                  <a:pt x="87" y="170"/>
                  <a:pt x="87" y="171"/>
                  <a:pt x="89" y="171"/>
                </a:cubicBezTo>
                <a:cubicBezTo>
                  <a:pt x="92" y="171"/>
                  <a:pt x="93" y="170"/>
                  <a:pt x="94" y="168"/>
                </a:cubicBezTo>
                <a:cubicBezTo>
                  <a:pt x="145" y="121"/>
                  <a:pt x="145" y="121"/>
                  <a:pt x="145" y="121"/>
                </a:cubicBezTo>
                <a:cubicBezTo>
                  <a:pt x="146" y="120"/>
                  <a:pt x="148" y="119"/>
                  <a:pt x="148" y="116"/>
                </a:cubicBezTo>
                <a:cubicBezTo>
                  <a:pt x="148" y="114"/>
                  <a:pt x="147" y="113"/>
                  <a:pt x="145" y="112"/>
                </a:cubicBezTo>
                <a:cubicBezTo>
                  <a:pt x="94" y="58"/>
                  <a:pt x="94" y="58"/>
                  <a:pt x="94" y="58"/>
                </a:cubicBezTo>
                <a:cubicBezTo>
                  <a:pt x="92" y="57"/>
                  <a:pt x="91" y="56"/>
                  <a:pt x="89" y="56"/>
                </a:cubicBezTo>
                <a:cubicBezTo>
                  <a:pt x="87" y="56"/>
                  <a:pt x="86" y="57"/>
                  <a:pt x="84" y="59"/>
                </a:cubicBezTo>
                <a:cubicBezTo>
                  <a:pt x="54" y="87"/>
                  <a:pt x="54" y="87"/>
                  <a:pt x="54" y="87"/>
                </a:cubicBezTo>
                <a:cubicBezTo>
                  <a:pt x="53" y="89"/>
                  <a:pt x="52" y="90"/>
                  <a:pt x="52" y="92"/>
                </a:cubicBezTo>
                <a:cubicBezTo>
                  <a:pt x="52" y="93"/>
                  <a:pt x="52" y="95"/>
                  <a:pt x="53" y="95"/>
                </a:cubicBezTo>
                <a:cubicBezTo>
                  <a:pt x="53" y="96"/>
                  <a:pt x="53" y="96"/>
                  <a:pt x="54" y="96"/>
                </a:cubicBezTo>
                <a:cubicBezTo>
                  <a:pt x="77" y="119"/>
                  <a:pt x="77" y="119"/>
                  <a:pt x="77" y="119"/>
                </a:cubicBezTo>
                <a:cubicBezTo>
                  <a:pt x="78" y="120"/>
                  <a:pt x="79" y="122"/>
                  <a:pt x="82" y="122"/>
                </a:cubicBezTo>
                <a:cubicBezTo>
                  <a:pt x="84" y="121"/>
                  <a:pt x="85" y="120"/>
                  <a:pt x="86" y="119"/>
                </a:cubicBezTo>
                <a:cubicBezTo>
                  <a:pt x="99" y="106"/>
                  <a:pt x="99" y="106"/>
                  <a:pt x="99" y="106"/>
                </a:cubicBezTo>
                <a:cubicBezTo>
                  <a:pt x="101" y="104"/>
                  <a:pt x="101" y="100"/>
                  <a:pt x="99" y="99"/>
                </a:cubicBezTo>
                <a:cubicBezTo>
                  <a:pt x="97" y="97"/>
                  <a:pt x="94" y="97"/>
                  <a:pt x="92" y="99"/>
                </a:cubicBezTo>
                <a:cubicBezTo>
                  <a:pt x="81" y="109"/>
                  <a:pt x="81" y="109"/>
                  <a:pt x="81" y="109"/>
                </a:cubicBezTo>
                <a:cubicBezTo>
                  <a:pt x="64" y="92"/>
                  <a:pt x="64" y="92"/>
                  <a:pt x="64" y="92"/>
                </a:cubicBezTo>
                <a:cubicBezTo>
                  <a:pt x="89" y="68"/>
                  <a:pt x="89" y="68"/>
                  <a:pt x="89" y="68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13" y="86"/>
                  <a:pt x="13" y="86"/>
                  <a:pt x="13" y="86"/>
                </a:cubicBezTo>
                <a:cubicBezTo>
                  <a:pt x="90" y="12"/>
                  <a:pt x="90" y="12"/>
                  <a:pt x="90" y="12"/>
                </a:cubicBezTo>
                <a:cubicBezTo>
                  <a:pt x="122" y="45"/>
                  <a:pt x="122" y="45"/>
                  <a:pt x="122" y="45"/>
                </a:cubicBezTo>
                <a:close/>
              </a:path>
            </a:pathLst>
          </a:custGeom>
          <a:solidFill>
            <a:srgbClr val="FBD7B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1398143" y="87905"/>
            <a:ext cx="702189" cy="702189"/>
            <a:chOff x="114300" y="101600"/>
            <a:chExt cx="702189" cy="702189"/>
          </a:xfrm>
        </p:grpSpPr>
        <p:sp>
          <p:nvSpPr>
            <p:cNvPr id="7" name="任意多边形: 形状 6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8900" y="6053146"/>
            <a:ext cx="702189" cy="702189"/>
            <a:chOff x="114300" y="101600"/>
            <a:chExt cx="702189" cy="702189"/>
          </a:xfrm>
        </p:grpSpPr>
        <p:sp>
          <p:nvSpPr>
            <p:cNvPr id="33" name="任意多边形: 形状 32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0" name="mortarboard_91314"/>
          <p:cNvSpPr/>
          <p:nvPr/>
        </p:nvSpPr>
        <p:spPr>
          <a:xfrm>
            <a:off x="10156357" y="5373815"/>
            <a:ext cx="1397239" cy="877179"/>
          </a:xfrm>
          <a:custGeom>
            <a:avLst/>
            <a:gdLst>
              <a:gd name="T0" fmla="*/ 2357 w 2416"/>
              <a:gd name="T1" fmla="*/ 389 h 1519"/>
              <a:gd name="T2" fmla="*/ 1236 w 2416"/>
              <a:gd name="T3" fmla="*/ 6 h 1519"/>
              <a:gd name="T4" fmla="*/ 1180 w 2416"/>
              <a:gd name="T5" fmla="*/ 6 h 1519"/>
              <a:gd name="T6" fmla="*/ 59 w 2416"/>
              <a:gd name="T7" fmla="*/ 389 h 1519"/>
              <a:gd name="T8" fmla="*/ 0 w 2416"/>
              <a:gd name="T9" fmla="*/ 471 h 1519"/>
              <a:gd name="T10" fmla="*/ 59 w 2416"/>
              <a:gd name="T11" fmla="*/ 553 h 1519"/>
              <a:gd name="T12" fmla="*/ 495 w 2416"/>
              <a:gd name="T13" fmla="*/ 701 h 1519"/>
              <a:gd name="T14" fmla="*/ 495 w 2416"/>
              <a:gd name="T15" fmla="*/ 1153 h 1519"/>
              <a:gd name="T16" fmla="*/ 517 w 2416"/>
              <a:gd name="T17" fmla="*/ 1211 h 1519"/>
              <a:gd name="T18" fmla="*/ 1213 w 2416"/>
              <a:gd name="T19" fmla="*/ 1519 h 1519"/>
              <a:gd name="T20" fmla="*/ 1898 w 2416"/>
              <a:gd name="T21" fmla="*/ 1223 h 1519"/>
              <a:gd name="T22" fmla="*/ 1921 w 2416"/>
              <a:gd name="T23" fmla="*/ 1164 h 1519"/>
              <a:gd name="T24" fmla="*/ 1921 w 2416"/>
              <a:gd name="T25" fmla="*/ 702 h 1519"/>
              <a:gd name="T26" fmla="*/ 2101 w 2416"/>
              <a:gd name="T27" fmla="*/ 640 h 1519"/>
              <a:gd name="T28" fmla="*/ 2101 w 2416"/>
              <a:gd name="T29" fmla="*/ 858 h 1519"/>
              <a:gd name="T30" fmla="*/ 2068 w 2416"/>
              <a:gd name="T31" fmla="*/ 926 h 1519"/>
              <a:gd name="T32" fmla="*/ 2068 w 2416"/>
              <a:gd name="T33" fmla="*/ 1138 h 1519"/>
              <a:gd name="T34" fmla="*/ 2155 w 2416"/>
              <a:gd name="T35" fmla="*/ 1224 h 1519"/>
              <a:gd name="T36" fmla="*/ 2241 w 2416"/>
              <a:gd name="T37" fmla="*/ 1138 h 1519"/>
              <a:gd name="T38" fmla="*/ 2241 w 2416"/>
              <a:gd name="T39" fmla="*/ 926 h 1519"/>
              <a:gd name="T40" fmla="*/ 2208 w 2416"/>
              <a:gd name="T41" fmla="*/ 858 h 1519"/>
              <a:gd name="T42" fmla="*/ 2208 w 2416"/>
              <a:gd name="T43" fmla="*/ 604 h 1519"/>
              <a:gd name="T44" fmla="*/ 2357 w 2416"/>
              <a:gd name="T45" fmla="*/ 553 h 1519"/>
              <a:gd name="T46" fmla="*/ 2416 w 2416"/>
              <a:gd name="T47" fmla="*/ 471 h 1519"/>
              <a:gd name="T48" fmla="*/ 2357 w 2416"/>
              <a:gd name="T49" fmla="*/ 389 h 1519"/>
              <a:gd name="T50" fmla="*/ 1748 w 2416"/>
              <a:gd name="T51" fmla="*/ 1128 h 1519"/>
              <a:gd name="T52" fmla="*/ 1213 w 2416"/>
              <a:gd name="T53" fmla="*/ 1345 h 1519"/>
              <a:gd name="T54" fmla="*/ 668 w 2416"/>
              <a:gd name="T55" fmla="*/ 1118 h 1519"/>
              <a:gd name="T56" fmla="*/ 668 w 2416"/>
              <a:gd name="T57" fmla="*/ 760 h 1519"/>
              <a:gd name="T58" fmla="*/ 1183 w 2416"/>
              <a:gd name="T59" fmla="*/ 935 h 1519"/>
              <a:gd name="T60" fmla="*/ 1211 w 2416"/>
              <a:gd name="T61" fmla="*/ 939 h 1519"/>
              <a:gd name="T62" fmla="*/ 1239 w 2416"/>
              <a:gd name="T63" fmla="*/ 935 h 1519"/>
              <a:gd name="T64" fmla="*/ 1748 w 2416"/>
              <a:gd name="T65" fmla="*/ 761 h 1519"/>
              <a:gd name="T66" fmla="*/ 1748 w 2416"/>
              <a:gd name="T67" fmla="*/ 1128 h 1519"/>
              <a:gd name="T68" fmla="*/ 1210 w 2416"/>
              <a:gd name="T69" fmla="*/ 761 h 1519"/>
              <a:gd name="T70" fmla="*/ 356 w 2416"/>
              <a:gd name="T71" fmla="*/ 470 h 1519"/>
              <a:gd name="T72" fmla="*/ 1208 w 2416"/>
              <a:gd name="T73" fmla="*/ 180 h 1519"/>
              <a:gd name="T74" fmla="*/ 2061 w 2416"/>
              <a:gd name="T75" fmla="*/ 471 h 1519"/>
              <a:gd name="T76" fmla="*/ 1210 w 2416"/>
              <a:gd name="T77" fmla="*/ 761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16" h="1519">
                <a:moveTo>
                  <a:pt x="2357" y="389"/>
                </a:moveTo>
                <a:lnTo>
                  <a:pt x="1236" y="6"/>
                </a:lnTo>
                <a:cubicBezTo>
                  <a:pt x="1218" y="0"/>
                  <a:pt x="1198" y="0"/>
                  <a:pt x="1180" y="6"/>
                </a:cubicBezTo>
                <a:lnTo>
                  <a:pt x="59" y="389"/>
                </a:lnTo>
                <a:cubicBezTo>
                  <a:pt x="24" y="400"/>
                  <a:pt x="0" y="433"/>
                  <a:pt x="0" y="471"/>
                </a:cubicBezTo>
                <a:cubicBezTo>
                  <a:pt x="0" y="508"/>
                  <a:pt x="24" y="541"/>
                  <a:pt x="59" y="553"/>
                </a:cubicBezTo>
                <a:lnTo>
                  <a:pt x="495" y="701"/>
                </a:lnTo>
                <a:lnTo>
                  <a:pt x="495" y="1153"/>
                </a:lnTo>
                <a:cubicBezTo>
                  <a:pt x="495" y="1174"/>
                  <a:pt x="503" y="1195"/>
                  <a:pt x="517" y="1211"/>
                </a:cubicBezTo>
                <a:cubicBezTo>
                  <a:pt x="695" y="1406"/>
                  <a:pt x="949" y="1519"/>
                  <a:pt x="1213" y="1519"/>
                </a:cubicBezTo>
                <a:cubicBezTo>
                  <a:pt x="1475" y="1519"/>
                  <a:pt x="1718" y="1414"/>
                  <a:pt x="1898" y="1223"/>
                </a:cubicBezTo>
                <a:cubicBezTo>
                  <a:pt x="1913" y="1207"/>
                  <a:pt x="1921" y="1186"/>
                  <a:pt x="1921" y="1164"/>
                </a:cubicBezTo>
                <a:lnTo>
                  <a:pt x="1921" y="702"/>
                </a:lnTo>
                <a:lnTo>
                  <a:pt x="2101" y="640"/>
                </a:lnTo>
                <a:lnTo>
                  <a:pt x="2101" y="858"/>
                </a:lnTo>
                <a:cubicBezTo>
                  <a:pt x="2081" y="874"/>
                  <a:pt x="2068" y="898"/>
                  <a:pt x="2068" y="926"/>
                </a:cubicBezTo>
                <a:lnTo>
                  <a:pt x="2068" y="1138"/>
                </a:lnTo>
                <a:cubicBezTo>
                  <a:pt x="2068" y="1185"/>
                  <a:pt x="2107" y="1224"/>
                  <a:pt x="2155" y="1224"/>
                </a:cubicBezTo>
                <a:cubicBezTo>
                  <a:pt x="2203" y="1224"/>
                  <a:pt x="2241" y="1185"/>
                  <a:pt x="2241" y="1138"/>
                </a:cubicBezTo>
                <a:lnTo>
                  <a:pt x="2241" y="926"/>
                </a:lnTo>
                <a:cubicBezTo>
                  <a:pt x="2241" y="898"/>
                  <a:pt x="2228" y="874"/>
                  <a:pt x="2208" y="858"/>
                </a:cubicBezTo>
                <a:lnTo>
                  <a:pt x="2208" y="604"/>
                </a:lnTo>
                <a:lnTo>
                  <a:pt x="2357" y="553"/>
                </a:lnTo>
                <a:cubicBezTo>
                  <a:pt x="2393" y="541"/>
                  <a:pt x="2416" y="508"/>
                  <a:pt x="2416" y="471"/>
                </a:cubicBezTo>
                <a:cubicBezTo>
                  <a:pt x="2416" y="433"/>
                  <a:pt x="2392" y="400"/>
                  <a:pt x="2357" y="389"/>
                </a:cubicBezTo>
                <a:close/>
                <a:moveTo>
                  <a:pt x="1748" y="1128"/>
                </a:moveTo>
                <a:cubicBezTo>
                  <a:pt x="1604" y="1268"/>
                  <a:pt x="1415" y="1345"/>
                  <a:pt x="1213" y="1345"/>
                </a:cubicBezTo>
                <a:cubicBezTo>
                  <a:pt x="1009" y="1345"/>
                  <a:pt x="812" y="1263"/>
                  <a:pt x="668" y="1118"/>
                </a:cubicBezTo>
                <a:lnTo>
                  <a:pt x="668" y="760"/>
                </a:lnTo>
                <a:lnTo>
                  <a:pt x="1183" y="935"/>
                </a:lnTo>
                <a:cubicBezTo>
                  <a:pt x="1192" y="938"/>
                  <a:pt x="1201" y="939"/>
                  <a:pt x="1211" y="939"/>
                </a:cubicBezTo>
                <a:cubicBezTo>
                  <a:pt x="1220" y="939"/>
                  <a:pt x="1229" y="938"/>
                  <a:pt x="1239" y="935"/>
                </a:cubicBezTo>
                <a:lnTo>
                  <a:pt x="1748" y="761"/>
                </a:lnTo>
                <a:lnTo>
                  <a:pt x="1748" y="1128"/>
                </a:lnTo>
                <a:close/>
                <a:moveTo>
                  <a:pt x="1210" y="761"/>
                </a:moveTo>
                <a:lnTo>
                  <a:pt x="356" y="470"/>
                </a:lnTo>
                <a:lnTo>
                  <a:pt x="1208" y="180"/>
                </a:lnTo>
                <a:lnTo>
                  <a:pt x="2061" y="471"/>
                </a:lnTo>
                <a:lnTo>
                  <a:pt x="1210" y="7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5" name="文本框 44"/>
          <p:cNvSpPr txBox="1"/>
          <p:nvPr/>
        </p:nvSpPr>
        <p:spPr>
          <a:xfrm>
            <a:off x="3455622" y="2275011"/>
            <a:ext cx="17812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spc="300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13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19714" y="3660005"/>
            <a:ext cx="185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pc="300" dirty="0">
                <a:solidFill>
                  <a:schemeClr val="bg1"/>
                </a:solidFill>
              </a:rPr>
              <a:t>PART THREE</a:t>
            </a:r>
            <a:endParaRPr lang="en-US" altLang="zh-CN" spc="3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6840" y="2548120"/>
            <a:ext cx="2570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spc="300" dirty="0">
                <a:solidFill>
                  <a:schemeClr val="bg1"/>
                </a:solidFill>
                <a:latin typeface="+mj-ea"/>
                <a:ea typeface="+mj-ea"/>
              </a:rPr>
              <a:t>实践经历</a:t>
            </a:r>
            <a:endParaRPr lang="zh-CN" altLang="en-US" sz="44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37640" y="3429000"/>
            <a:ext cx="266686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Practical experience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3114999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9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1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1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实践经历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文本框 55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7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等腰三角形 59"/>
          <p:cNvSpPr/>
          <p:nvPr/>
        </p:nvSpPr>
        <p:spPr>
          <a:xfrm rot="5400000" flipH="1">
            <a:off x="2511592" y="3635388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公司实习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3" name="Group 13"/>
          <p:cNvGrpSpPr/>
          <p:nvPr/>
        </p:nvGrpSpPr>
        <p:grpSpPr>
          <a:xfrm rot="0">
            <a:off x="3133725" y="1332230"/>
            <a:ext cx="518795" cy="518795"/>
            <a:chOff x="0" y="0"/>
            <a:chExt cx="812800" cy="812800"/>
          </a:xfrm>
          <a:solidFill>
            <a:srgbClr val="00551F"/>
          </a:solidFill>
        </p:grpSpPr>
        <p:sp>
          <p:nvSpPr>
            <p:cNvPr id="4" name="Freeform 14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</p:sp>
        <p:sp>
          <p:nvSpPr>
            <p:cNvPr id="16" name="TextBox 15"/>
            <p:cNvSpPr txBox="1"/>
            <p:nvPr>
              <p:custDataLst>
                <p:tags r:id="rId2"/>
              </p:custDataLst>
            </p:nvPr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2000" b="1">
                  <a:ln>
                    <a:noFill/>
                  </a:ln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01</a:t>
              </a:r>
              <a:endParaRPr lang="en-US" sz="2000" b="1">
                <a:ln>
                  <a:noFill/>
                </a:ln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</p:grpSp>
      <p:sp>
        <p:nvSpPr>
          <p:cNvPr id="5" name="TextBox 16"/>
          <p:cNvSpPr txBox="1"/>
          <p:nvPr>
            <p:custDataLst>
              <p:tags r:id="rId3"/>
            </p:custDataLst>
          </p:nvPr>
        </p:nvSpPr>
        <p:spPr>
          <a:xfrm>
            <a:off x="3701415" y="1808480"/>
            <a:ext cx="6418580" cy="255333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b="1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任职时间：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XXX.XX-XXXX.XX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b="1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岗位职责：</a:t>
            </a:r>
            <a:endParaRPr lang="zh-CN" altLang="en-US" sz="1600" b="1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ct val="125000"/>
              </a:lnSpc>
              <a:buClrTx/>
              <a:buSzPct val="80000"/>
              <a:buFontTx/>
              <a:buNone/>
            </a:pPr>
            <a:r>
              <a:rPr lang="zh-CN" altLang="en-US" sz="1600" b="1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工作成果：</a:t>
            </a:r>
            <a:endParaRPr lang="zh-CN" altLang="en-US" sz="1600" b="1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17"/>
          <p:cNvSpPr/>
          <p:nvPr>
            <p:custDataLst>
              <p:tags r:id="rId4"/>
            </p:custDataLst>
          </p:nvPr>
        </p:nvSpPr>
        <p:spPr>
          <a:xfrm>
            <a:off x="3701415" y="1391920"/>
            <a:ext cx="6254115" cy="398780"/>
          </a:xfrm>
          <a:prstGeom prst="rect">
            <a:avLst/>
          </a:prstGeom>
        </p:spPr>
        <p:txBody>
          <a:bodyPr wrap="none" lIns="91440" tIns="45720" rIns="91440" bIns="45720" rtlCol="0" anchor="t" anchorCtr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实习经历一</a:t>
            </a:r>
            <a:r>
              <a:rPr lang="en-US" altLang="zh-CN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         XXXXXX</a:t>
            </a: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公司</a:t>
            </a:r>
            <a:r>
              <a:rPr lang="en-US" altLang="zh-CN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         XXXX</a:t>
            </a: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岗位</a:t>
            </a:r>
            <a:r>
              <a:rPr lang="en-US" altLang="zh-CN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endParaRPr lang="en-US" altLang="zh-CN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7" name="TextBox 16"/>
          <p:cNvSpPr txBox="1"/>
          <p:nvPr>
            <p:custDataLst>
              <p:tags r:id="rId5"/>
            </p:custDataLst>
          </p:nvPr>
        </p:nvSpPr>
        <p:spPr>
          <a:xfrm>
            <a:off x="3701415" y="4505325"/>
            <a:ext cx="6418580" cy="224536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b="1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任职时间：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XXXX.XX-XXXX.XX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b="1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岗位职责：</a:t>
            </a:r>
            <a:endParaRPr lang="zh-CN" altLang="en-US" sz="1600" b="1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ct val="125000"/>
              </a:lnSpc>
              <a:buClrTx/>
              <a:buSzPct val="80000"/>
              <a:buFontTx/>
              <a:buNone/>
            </a:pPr>
            <a:r>
              <a:rPr lang="zh-CN" altLang="en-US" sz="1600" b="1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工作成果：</a:t>
            </a:r>
            <a:endParaRPr lang="zh-CN" altLang="en-US" sz="1600" b="1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3" name="TextBox 17"/>
          <p:cNvSpPr/>
          <p:nvPr>
            <p:custDataLst>
              <p:tags r:id="rId6"/>
            </p:custDataLst>
          </p:nvPr>
        </p:nvSpPr>
        <p:spPr>
          <a:xfrm>
            <a:off x="3701415" y="4088765"/>
            <a:ext cx="6254115" cy="398780"/>
          </a:xfrm>
          <a:prstGeom prst="rect">
            <a:avLst/>
          </a:prstGeom>
        </p:spPr>
        <p:txBody>
          <a:bodyPr wrap="none" lIns="91440" tIns="45720" rIns="91440" bIns="45720" rtlCol="0" anchor="t" anchorCtr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实习经历二</a:t>
            </a:r>
            <a:r>
              <a:rPr lang="en-US" altLang="zh-CN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         XXXXXX</a:t>
            </a: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公司</a:t>
            </a:r>
            <a:r>
              <a:rPr lang="en-US" altLang="zh-CN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         XXXX</a:t>
            </a: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岗位</a:t>
            </a:r>
            <a:r>
              <a:rPr lang="en-US" altLang="zh-CN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endParaRPr lang="en-US" altLang="zh-CN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grpSp>
        <p:nvGrpSpPr>
          <p:cNvPr id="8" name="Group 13"/>
          <p:cNvGrpSpPr/>
          <p:nvPr/>
        </p:nvGrpSpPr>
        <p:grpSpPr>
          <a:xfrm rot="0">
            <a:off x="3133725" y="4053205"/>
            <a:ext cx="518795" cy="518795"/>
            <a:chOff x="0" y="0"/>
            <a:chExt cx="812800" cy="812800"/>
          </a:xfrm>
          <a:solidFill>
            <a:srgbClr val="00551F"/>
          </a:solidFill>
        </p:grpSpPr>
        <p:sp>
          <p:nvSpPr>
            <p:cNvPr id="34" name="Freeform 14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</p:sp>
        <p:sp>
          <p:nvSpPr>
            <p:cNvPr id="35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02</a:t>
              </a:r>
              <a:endParaRPr lang="en-US" sz="20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</p:grpSp>
    </p:spTree>
    <p:custDataLst>
      <p:tags r:id="rId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3114999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9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1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1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实践经历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文本框 55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7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等腰三角形 59"/>
          <p:cNvSpPr/>
          <p:nvPr/>
        </p:nvSpPr>
        <p:spPr>
          <a:xfrm rot="5400000" flipH="1">
            <a:off x="2511592" y="3635388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学生工作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2" name="Group 13"/>
          <p:cNvGrpSpPr/>
          <p:nvPr/>
        </p:nvGrpSpPr>
        <p:grpSpPr>
          <a:xfrm rot="0">
            <a:off x="3182620" y="1412240"/>
            <a:ext cx="518795" cy="518795"/>
            <a:chOff x="0" y="0"/>
            <a:chExt cx="812800" cy="812800"/>
          </a:xfrm>
          <a:solidFill>
            <a:srgbClr val="00551F"/>
          </a:solidFill>
        </p:grpSpPr>
        <p:sp>
          <p:nvSpPr>
            <p:cNvPr id="9" name="Freeform 14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</p:sp>
        <p:sp>
          <p:nvSpPr>
            <p:cNvPr id="10" name="TextBox 15"/>
            <p:cNvSpPr txBox="1"/>
            <p:nvPr>
              <p:custDataLst>
                <p:tags r:id="rId2"/>
              </p:custDataLst>
            </p:nvPr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01</a:t>
              </a:r>
              <a:endParaRPr lang="en-US" sz="20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</p:grpSp>
      <p:sp>
        <p:nvSpPr>
          <p:cNvPr id="11" name="TextBox 16"/>
          <p:cNvSpPr txBox="1"/>
          <p:nvPr>
            <p:custDataLst>
              <p:tags r:id="rId3"/>
            </p:custDataLst>
          </p:nvPr>
        </p:nvSpPr>
        <p:spPr>
          <a:xfrm>
            <a:off x="3750310" y="1888490"/>
            <a:ext cx="6418580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任职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时间：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XXX.XX-XXXX.XX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岗位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职责：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工作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荣誉：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TextBox 17"/>
          <p:cNvSpPr/>
          <p:nvPr>
            <p:custDataLst>
              <p:tags r:id="rId4"/>
            </p:custDataLst>
          </p:nvPr>
        </p:nvSpPr>
        <p:spPr>
          <a:xfrm>
            <a:off x="3750310" y="1471930"/>
            <a:ext cx="1532255" cy="398780"/>
          </a:xfrm>
          <a:prstGeom prst="rect">
            <a:avLst/>
          </a:prstGeom>
        </p:spPr>
        <p:txBody>
          <a:bodyPr wrap="none" lIns="91440" tIns="45720" rIns="91440" bIns="45720" rtlCol="0" anchor="t" anchorCtr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学生职务一</a:t>
            </a:r>
            <a:endParaRPr lang="zh-CN" altLang="en-US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13" name="TextBox 16"/>
          <p:cNvSpPr txBox="1"/>
          <p:nvPr>
            <p:custDataLst>
              <p:tags r:id="rId5"/>
            </p:custDataLst>
          </p:nvPr>
        </p:nvSpPr>
        <p:spPr>
          <a:xfrm>
            <a:off x="3750310" y="3652520"/>
            <a:ext cx="6418580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任职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时间：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XXX.XX-XXXX.XX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岗位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职责：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工作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荣誉：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TextBox 17"/>
          <p:cNvSpPr/>
          <p:nvPr>
            <p:custDataLst>
              <p:tags r:id="rId6"/>
            </p:custDataLst>
          </p:nvPr>
        </p:nvSpPr>
        <p:spPr>
          <a:xfrm>
            <a:off x="3750310" y="3235960"/>
            <a:ext cx="1529080" cy="398780"/>
          </a:xfrm>
          <a:prstGeom prst="rect">
            <a:avLst/>
          </a:prstGeom>
        </p:spPr>
        <p:txBody>
          <a:bodyPr wrap="none" lIns="91440" tIns="45720" rIns="91440" bIns="45720" rtlCol="0" anchor="t" anchorCtr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学生职务二</a:t>
            </a:r>
            <a:endParaRPr lang="zh-CN" altLang="en-US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grpSp>
        <p:nvGrpSpPr>
          <p:cNvPr id="67" name="Group 13"/>
          <p:cNvGrpSpPr/>
          <p:nvPr/>
        </p:nvGrpSpPr>
        <p:grpSpPr>
          <a:xfrm rot="0">
            <a:off x="3182620" y="4940300"/>
            <a:ext cx="518795" cy="518795"/>
            <a:chOff x="0" y="0"/>
            <a:chExt cx="812800" cy="812800"/>
          </a:xfrm>
          <a:solidFill>
            <a:srgbClr val="00551F"/>
          </a:solidFill>
        </p:grpSpPr>
        <p:sp>
          <p:nvSpPr>
            <p:cNvPr id="68" name="Freeform 14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</p:sp>
        <p:sp>
          <p:nvSpPr>
            <p:cNvPr id="69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03</a:t>
              </a:r>
              <a:endParaRPr lang="en-US" sz="20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</p:grpSp>
      <p:sp>
        <p:nvSpPr>
          <p:cNvPr id="70" name="TextBox 16"/>
          <p:cNvSpPr txBox="1"/>
          <p:nvPr>
            <p:custDataLst>
              <p:tags r:id="rId9"/>
            </p:custDataLst>
          </p:nvPr>
        </p:nvSpPr>
        <p:spPr>
          <a:xfrm>
            <a:off x="3750310" y="5416550"/>
            <a:ext cx="6418580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任职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时间：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XXX.XX-XXXX.XX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岗位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职责：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Pct val="8000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工作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荣誉：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XXXXXXXXXXXXXXXXXXXXXXXXXXXXXXXX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1" name="TextBox 17"/>
          <p:cNvSpPr/>
          <p:nvPr>
            <p:custDataLst>
              <p:tags r:id="rId10"/>
            </p:custDataLst>
          </p:nvPr>
        </p:nvSpPr>
        <p:spPr>
          <a:xfrm>
            <a:off x="3750310" y="4999990"/>
            <a:ext cx="1532255" cy="398780"/>
          </a:xfrm>
          <a:prstGeom prst="rect">
            <a:avLst/>
          </a:prstGeom>
        </p:spPr>
        <p:txBody>
          <a:bodyPr wrap="none" lIns="91440" tIns="45720" rIns="91440" bIns="45720" rtlCol="0" anchor="t" anchorCtr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spc="120" dirty="0">
                <a:solidFill>
                  <a:srgbClr val="00551F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学生职务三</a:t>
            </a:r>
            <a:endParaRPr lang="zh-CN" altLang="en-US" sz="2000" b="1" spc="120" dirty="0">
              <a:solidFill>
                <a:srgbClr val="00551F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grpSp>
        <p:nvGrpSpPr>
          <p:cNvPr id="33" name="Group 13"/>
          <p:cNvGrpSpPr/>
          <p:nvPr/>
        </p:nvGrpSpPr>
        <p:grpSpPr>
          <a:xfrm rot="0">
            <a:off x="3182620" y="3200400"/>
            <a:ext cx="518795" cy="518795"/>
            <a:chOff x="0" y="0"/>
            <a:chExt cx="812800" cy="812800"/>
          </a:xfrm>
          <a:solidFill>
            <a:srgbClr val="00551F"/>
          </a:solidFill>
        </p:grpSpPr>
        <p:sp>
          <p:nvSpPr>
            <p:cNvPr id="15" name="Freeform 14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</p:sp>
        <p:sp>
          <p:nvSpPr>
            <p:cNvPr id="23" name="TextBox 15"/>
            <p:cNvSpPr txBox="1"/>
            <p:nvPr>
              <p:custDataLst>
                <p:tags r:id="rId12"/>
              </p:custDataLst>
            </p:nvPr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 Bold" panose="020B0704020202020204" charset="0"/>
                  <a:cs typeface="Arial Bold" panose="020B0704020202020204" charset="0"/>
                </a:rPr>
                <a:t>02</a:t>
              </a:r>
              <a:endParaRPr lang="en-US" sz="2000" b="1">
                <a:solidFill>
                  <a:schemeClr val="bg1"/>
                </a:solidFill>
                <a:latin typeface="Arial Bold" panose="020B0704020202020204" charset="0"/>
                <a:cs typeface="Arial Bold" panose="020B0704020202020204" charset="0"/>
              </a:endParaRPr>
            </a:p>
          </p:txBody>
        </p:sp>
      </p:grpSp>
    </p:spTree>
    <p:custDataLst>
      <p:tags r:id="rId1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3114999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9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1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1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实践经历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文本框 55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7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等腰三角形 59"/>
          <p:cNvSpPr/>
          <p:nvPr/>
        </p:nvSpPr>
        <p:spPr>
          <a:xfrm rot="5400000" flipH="1">
            <a:off x="2511592" y="3635388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3479087" y="36579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社会实践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3" name="等腰三角形 2"/>
          <p:cNvSpPr/>
          <p:nvPr>
            <p:custDataLst>
              <p:tags r:id="rId1"/>
            </p:custDataLst>
          </p:nvPr>
        </p:nvSpPr>
        <p:spPr>
          <a:xfrm rot="5400000" flipH="1">
            <a:off x="3579344" y="2720375"/>
            <a:ext cx="133395" cy="306885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2"/>
            </p:custDataLst>
          </p:nvPr>
        </p:nvSpPr>
        <p:spPr>
          <a:xfrm>
            <a:off x="2981960" y="1628445"/>
            <a:ext cx="2625895" cy="3485948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165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5" name="矩形: 圆角 11"/>
          <p:cNvSpPr/>
          <p:nvPr>
            <p:custDataLst>
              <p:tags r:id="rId3"/>
            </p:custDataLst>
          </p:nvPr>
        </p:nvSpPr>
        <p:spPr>
          <a:xfrm>
            <a:off x="5976853" y="1628445"/>
            <a:ext cx="2625895" cy="3485948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165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" name="矩形: 圆角 17"/>
          <p:cNvSpPr/>
          <p:nvPr>
            <p:custDataLst>
              <p:tags r:id="rId4"/>
            </p:custDataLst>
          </p:nvPr>
        </p:nvSpPr>
        <p:spPr>
          <a:xfrm>
            <a:off x="8971745" y="1628445"/>
            <a:ext cx="2625895" cy="3485948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165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45" b="8945"/>
          <a:stretch>
            <a:fillRect/>
          </a:stretch>
        </p:blipFill>
        <p:spPr>
          <a:xfrm>
            <a:off x="2992617" y="1634513"/>
            <a:ext cx="2608867" cy="1428092"/>
          </a:xfrm>
          <a:prstGeom prst="roundRect">
            <a:avLst>
              <a:gd name="adj" fmla="val 4180"/>
            </a:avLst>
          </a:prstGeom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56" b="13156"/>
          <a:stretch>
            <a:fillRect/>
          </a:stretch>
        </p:blipFill>
        <p:spPr>
          <a:xfrm>
            <a:off x="5985366" y="1634513"/>
            <a:ext cx="2608867" cy="1428092"/>
          </a:xfrm>
          <a:prstGeom prst="roundRect">
            <a:avLst>
              <a:gd name="adj" fmla="val 4180"/>
            </a:avLst>
          </a:prstGeom>
          <a:ln>
            <a:noFill/>
          </a:ln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0" b="2400"/>
          <a:stretch>
            <a:fillRect/>
          </a:stretch>
        </p:blipFill>
        <p:spPr>
          <a:xfrm>
            <a:off x="8978116" y="1634513"/>
            <a:ext cx="2608867" cy="1428092"/>
          </a:xfrm>
          <a:prstGeom prst="roundRect">
            <a:avLst>
              <a:gd name="adj" fmla="val 4180"/>
            </a:avLst>
          </a:prstGeom>
          <a:ln>
            <a:noFill/>
          </a:ln>
        </p:spPr>
      </p:pic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3526155" y="3217545"/>
            <a:ext cx="154178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+mj-ea"/>
                <a:ea typeface="+mj-ea"/>
              </a:rPr>
              <a:t>实践活动一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3125842" y="4017799"/>
            <a:ext cx="2338131" cy="991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zh-CN" altLang="en-US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zh-CN" altLang="en-US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zh-CN" altLang="en-US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3"/>
            </p:custDataLst>
          </p:nvPr>
        </p:nvCxnSpPr>
        <p:spPr>
          <a:xfrm>
            <a:off x="3967355" y="3772186"/>
            <a:ext cx="655104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6511925" y="3230880"/>
            <a:ext cx="155638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+mj-ea"/>
                <a:ea typeface="+mj-ea"/>
              </a:rPr>
              <a:t>实践活动二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6120735" y="4043036"/>
            <a:ext cx="2338131" cy="991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zh-CN" altLang="en-US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en-US" altLang="zh-CN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zh-CN" altLang="en-US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6"/>
            </p:custDataLst>
          </p:nvPr>
        </p:nvCxnSpPr>
        <p:spPr>
          <a:xfrm>
            <a:off x="6962248" y="3797422"/>
            <a:ext cx="655104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>
            <p:custDataLst>
              <p:tags r:id="rId17"/>
            </p:custDataLst>
          </p:nvPr>
        </p:nvSpPr>
        <p:spPr>
          <a:xfrm>
            <a:off x="9481820" y="3243580"/>
            <a:ext cx="159258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+mj-ea"/>
                <a:ea typeface="+mj-ea"/>
              </a:rPr>
              <a:t>实践活动三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9115628" y="4068272"/>
            <a:ext cx="2338131" cy="991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zh-CN" altLang="en-US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en-US" altLang="zh-CN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>
              <a:lnSpc>
                <a:spcPct val="130000"/>
              </a:lnSpc>
              <a:buClr>
                <a:srgbClr val="0066FF"/>
              </a:buClr>
            </a:pPr>
            <a:r>
              <a:rPr lang="zh-CN" altLang="en-US" sz="1500" dirty="0">
                <a:solidFill>
                  <a:srgbClr val="E7E6E6">
                    <a:lumMod val="1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</a:rPr>
              <a:t>这里输入内容</a:t>
            </a:r>
            <a:endParaRPr lang="zh-CN" altLang="en-US" sz="1500" dirty="0">
              <a:solidFill>
                <a:srgbClr val="E7E6E6">
                  <a:lumMod val="10000"/>
                </a:srgb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9"/>
            </p:custDataLst>
          </p:nvPr>
        </p:nvCxnSpPr>
        <p:spPr>
          <a:xfrm>
            <a:off x="9957141" y="3822659"/>
            <a:ext cx="655104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请勿抄袭搬运！盗版必究！微信DAJU_PPT-3"/>
          <p:cNvSpPr txBox="1"/>
          <p:nvPr/>
        </p:nvSpPr>
        <p:spPr>
          <a:xfrm>
            <a:off x="3259802" y="5447348"/>
            <a:ext cx="80467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写一句评语，锻炼了</a:t>
            </a:r>
            <a:r>
              <a:rPr lang="en-US" altLang="zh-CN" sz="2400" b="1" dirty="0">
                <a:solidFill>
                  <a:schemeClr val="tx1"/>
                </a:solidFill>
                <a:latin typeface="+mj-ea"/>
                <a:ea typeface="+mj-ea"/>
              </a:rPr>
              <a:t>XXXXXXXXX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能力，获得</a:t>
            </a:r>
            <a:r>
              <a:rPr lang="en-US" altLang="zh-CN" sz="2400" b="1" dirty="0">
                <a:solidFill>
                  <a:schemeClr val="tx1"/>
                </a:solidFill>
                <a:latin typeface="+mj-ea"/>
                <a:ea typeface="+mj-ea"/>
              </a:rPr>
              <a:t>XXXXX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收获</a:t>
            </a:r>
            <a:endParaRPr lang="zh-CN" altLang="en-US" sz="2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3114999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9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1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1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实践经历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文本框 55"/>
          <p:cNvSpPr txBox="1"/>
          <p:nvPr/>
        </p:nvSpPr>
        <p:spPr>
          <a:xfrm>
            <a:off x="753563" y="4057668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未来规划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7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等腰三角形 59"/>
          <p:cNvSpPr/>
          <p:nvPr/>
        </p:nvSpPr>
        <p:spPr>
          <a:xfrm rot="5400000" flipH="1">
            <a:off x="2511592" y="3635388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3479087" y="365798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志愿者活动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 flipV="1">
            <a:off x="3896995" y="4538345"/>
            <a:ext cx="6391275" cy="168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475480" y="4537710"/>
            <a:ext cx="149860" cy="149860"/>
          </a:xfrm>
          <a:prstGeom prst="ellipse">
            <a:avLst/>
          </a:prstGeom>
          <a:solidFill>
            <a:srgbClr val="1F3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7007860" y="4555490"/>
            <a:ext cx="149860" cy="149860"/>
          </a:xfrm>
          <a:prstGeom prst="ellipse">
            <a:avLst/>
          </a:prstGeom>
          <a:solidFill>
            <a:srgbClr val="1F3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9505950" y="4555490"/>
            <a:ext cx="149860" cy="149860"/>
          </a:xfrm>
          <a:prstGeom prst="ellipse">
            <a:avLst/>
          </a:prstGeom>
          <a:solidFill>
            <a:srgbClr val="1F3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37" name="文本框 36"/>
          <p:cNvSpPr txBox="1"/>
          <p:nvPr>
            <p:custDataLst>
              <p:tags r:id="rId5"/>
            </p:custDataLst>
          </p:nvPr>
        </p:nvSpPr>
        <p:spPr>
          <a:xfrm>
            <a:off x="3876675" y="4794250"/>
            <a:ext cx="140398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ctr">
              <a:lnSpc>
                <a:spcPct val="120000"/>
              </a:lnSpc>
              <a:buNone/>
            </a:pPr>
            <a:r>
              <a:rPr kumimoji="1" lang="en-US" altLang="zh-CN" sz="2000" b="1" spc="120" dirty="0">
                <a:solidFill>
                  <a:srgbClr val="1F3484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2022.09</a:t>
            </a:r>
            <a:endParaRPr kumimoji="1" lang="en-US" altLang="zh-CN" sz="2000" b="1" spc="120" dirty="0">
              <a:solidFill>
                <a:srgbClr val="1F3484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6380480" y="4794250"/>
            <a:ext cx="140398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ctr">
              <a:lnSpc>
                <a:spcPct val="120000"/>
              </a:lnSpc>
              <a:buNone/>
            </a:pPr>
            <a:r>
              <a:rPr kumimoji="1" lang="en-US" altLang="zh-CN" sz="2000" b="1" spc="120" dirty="0">
                <a:solidFill>
                  <a:srgbClr val="1F3484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XXXX.XX</a:t>
            </a:r>
            <a:endParaRPr kumimoji="1" lang="en-US" altLang="zh-CN" sz="2000" b="1" spc="120" dirty="0">
              <a:solidFill>
                <a:srgbClr val="1F3484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7"/>
            </p:custDataLst>
          </p:nvPr>
        </p:nvSpPr>
        <p:spPr>
          <a:xfrm>
            <a:off x="8884285" y="4794250"/>
            <a:ext cx="1403985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ctr">
              <a:lnSpc>
                <a:spcPct val="120000"/>
              </a:lnSpc>
              <a:buNone/>
            </a:pPr>
            <a:r>
              <a:rPr kumimoji="1" lang="en-US" altLang="zh-CN" sz="2000" b="1" spc="120" dirty="0">
                <a:solidFill>
                  <a:srgbClr val="1F3484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XXXX.XX</a:t>
            </a:r>
            <a:endParaRPr kumimoji="1" lang="en-US" altLang="zh-CN" sz="2000" b="1" spc="120" dirty="0">
              <a:solidFill>
                <a:srgbClr val="1F3484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grpSp>
        <p:nvGrpSpPr>
          <p:cNvPr id="41" name="组合 40"/>
          <p:cNvGrpSpPr/>
          <p:nvPr>
            <p:custDataLst>
              <p:tags r:id="rId8"/>
            </p:custDataLst>
          </p:nvPr>
        </p:nvGrpSpPr>
        <p:grpSpPr>
          <a:xfrm>
            <a:off x="3487420" y="3324860"/>
            <a:ext cx="2124710" cy="1106170"/>
            <a:chOff x="3469" y="6189"/>
            <a:chExt cx="3346" cy="1742"/>
          </a:xfrm>
          <a:solidFill>
            <a:srgbClr val="00551F"/>
          </a:solidFill>
        </p:grpSpPr>
        <p:sp>
          <p:nvSpPr>
            <p:cNvPr id="42" name="文本框 41"/>
            <p:cNvSpPr txBox="1"/>
            <p:nvPr>
              <p:custDataLst>
                <p:tags r:id="rId9"/>
              </p:custDataLst>
            </p:nvPr>
          </p:nvSpPr>
          <p:spPr>
            <a:xfrm>
              <a:off x="3469" y="6189"/>
              <a:ext cx="3346" cy="782"/>
            </a:xfrm>
            <a:prstGeom prst="rect">
              <a:avLst/>
            </a:prstGeom>
            <a:grpFill/>
          </p:spPr>
          <p:txBody>
            <a:bodyPr wrap="square" anchor="ctr" anchorCtr="0">
              <a:noAutofit/>
            </a:bodyPr>
            <a:p>
              <a:pPr indent="0" algn="ctr">
                <a:lnSpc>
                  <a:spcPct val="100000"/>
                </a:lnSpc>
                <a:buNone/>
              </a:pPr>
              <a:r>
                <a:rPr kumimoji="1" lang="en-US" altLang="zh-CN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XXXX</a:t>
              </a:r>
              <a:r>
                <a:rPr kumimoji="1" lang="zh-CN" altLang="en-US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志愿</a:t>
              </a:r>
              <a:r>
                <a:rPr kumimoji="1" lang="zh-CN" altLang="en-US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者</a:t>
              </a:r>
              <a:endParaRPr kumimoji="1" lang="zh-CN" altLang="en-US" sz="2000" b="1" spc="120" dirty="0">
                <a:solidFill>
                  <a:schemeClr val="bg1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endParaRPr>
            </a:p>
          </p:txBody>
        </p:sp>
        <p:sp>
          <p:nvSpPr>
            <p:cNvPr id="43" name="梯形 42"/>
            <p:cNvSpPr/>
            <p:nvPr>
              <p:custDataLst>
                <p:tags r:id="rId10"/>
              </p:custDataLst>
            </p:nvPr>
          </p:nvSpPr>
          <p:spPr>
            <a:xfrm flipV="1">
              <a:off x="4133" y="6971"/>
              <a:ext cx="2019" cy="332"/>
            </a:xfrm>
            <a:prstGeom prst="trapezoid">
              <a:avLst>
                <a:gd name="adj" fmla="val 7584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  <p:sp>
          <p:nvSpPr>
            <p:cNvPr id="44" name="等腰三角形 43"/>
            <p:cNvSpPr/>
            <p:nvPr>
              <p:custDataLst>
                <p:tags r:id="rId11"/>
              </p:custDataLst>
            </p:nvPr>
          </p:nvSpPr>
          <p:spPr>
            <a:xfrm flipV="1">
              <a:off x="4780" y="7303"/>
              <a:ext cx="724" cy="6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12"/>
            </p:custDataLst>
          </p:nvPr>
        </p:nvGrpSpPr>
        <p:grpSpPr>
          <a:xfrm>
            <a:off x="6022340" y="3329305"/>
            <a:ext cx="2124710" cy="1106170"/>
            <a:chOff x="3469" y="6189"/>
            <a:chExt cx="3346" cy="1742"/>
          </a:xfrm>
          <a:solidFill>
            <a:srgbClr val="00551F"/>
          </a:solidFill>
        </p:grpSpPr>
        <p:sp>
          <p:nvSpPr>
            <p:cNvPr id="46" name="文本框 45"/>
            <p:cNvSpPr txBox="1"/>
            <p:nvPr>
              <p:custDataLst>
                <p:tags r:id="rId13"/>
              </p:custDataLst>
            </p:nvPr>
          </p:nvSpPr>
          <p:spPr>
            <a:xfrm>
              <a:off x="3469" y="6189"/>
              <a:ext cx="3346" cy="782"/>
            </a:xfrm>
            <a:prstGeom prst="rect">
              <a:avLst/>
            </a:prstGeom>
            <a:grpFill/>
          </p:spPr>
          <p:txBody>
            <a:bodyPr wrap="square" anchor="ctr" anchorCtr="0">
              <a:noAutofit/>
            </a:bodyPr>
            <a:p>
              <a:pPr indent="0" algn="ctr">
                <a:lnSpc>
                  <a:spcPct val="100000"/>
                </a:lnSpc>
                <a:buNone/>
              </a:pPr>
              <a:r>
                <a:rPr kumimoji="1" lang="en-US" altLang="zh-CN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XXXX</a:t>
              </a:r>
              <a:r>
                <a:rPr kumimoji="1" lang="zh-CN" altLang="en-US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志愿</a:t>
              </a:r>
              <a:r>
                <a:rPr kumimoji="1" lang="zh-CN" altLang="en-US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者</a:t>
              </a:r>
              <a:endParaRPr kumimoji="1" lang="zh-CN" altLang="en-US" sz="2000" b="1" spc="120" dirty="0">
                <a:solidFill>
                  <a:schemeClr val="bg1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endParaRPr>
            </a:p>
          </p:txBody>
        </p:sp>
        <p:sp>
          <p:nvSpPr>
            <p:cNvPr id="47" name="梯形 46"/>
            <p:cNvSpPr/>
            <p:nvPr>
              <p:custDataLst>
                <p:tags r:id="rId14"/>
              </p:custDataLst>
            </p:nvPr>
          </p:nvSpPr>
          <p:spPr>
            <a:xfrm flipV="1">
              <a:off x="4133" y="6971"/>
              <a:ext cx="2019" cy="332"/>
            </a:xfrm>
            <a:prstGeom prst="trapezoid">
              <a:avLst>
                <a:gd name="adj" fmla="val 7584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  <p:sp>
          <p:nvSpPr>
            <p:cNvPr id="48" name="等腰三角形 47"/>
            <p:cNvSpPr/>
            <p:nvPr>
              <p:custDataLst>
                <p:tags r:id="rId15"/>
              </p:custDataLst>
            </p:nvPr>
          </p:nvSpPr>
          <p:spPr>
            <a:xfrm flipV="1">
              <a:off x="4780" y="7303"/>
              <a:ext cx="724" cy="6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</p:grpSp>
      <p:grpSp>
        <p:nvGrpSpPr>
          <p:cNvPr id="49" name="组合 48"/>
          <p:cNvGrpSpPr/>
          <p:nvPr>
            <p:custDataLst>
              <p:tags r:id="rId16"/>
            </p:custDataLst>
          </p:nvPr>
        </p:nvGrpSpPr>
        <p:grpSpPr>
          <a:xfrm>
            <a:off x="8521700" y="3329305"/>
            <a:ext cx="2124710" cy="1106170"/>
            <a:chOff x="3469" y="6189"/>
            <a:chExt cx="3346" cy="1742"/>
          </a:xfrm>
          <a:solidFill>
            <a:srgbClr val="00551F"/>
          </a:solidFill>
        </p:grpSpPr>
        <p:sp>
          <p:nvSpPr>
            <p:cNvPr id="50" name="文本框 49"/>
            <p:cNvSpPr txBox="1"/>
            <p:nvPr>
              <p:custDataLst>
                <p:tags r:id="rId17"/>
              </p:custDataLst>
            </p:nvPr>
          </p:nvSpPr>
          <p:spPr>
            <a:xfrm>
              <a:off x="3469" y="6189"/>
              <a:ext cx="3346" cy="782"/>
            </a:xfrm>
            <a:prstGeom prst="rect">
              <a:avLst/>
            </a:prstGeom>
            <a:grpFill/>
          </p:spPr>
          <p:txBody>
            <a:bodyPr wrap="square" anchor="ctr" anchorCtr="0">
              <a:noAutofit/>
            </a:bodyPr>
            <a:p>
              <a:pPr indent="0" algn="ctr">
                <a:lnSpc>
                  <a:spcPct val="100000"/>
                </a:lnSpc>
                <a:buNone/>
              </a:pPr>
              <a:r>
                <a:rPr kumimoji="1" lang="en-US" altLang="zh-CN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XXXX</a:t>
              </a:r>
              <a:r>
                <a:rPr kumimoji="1" lang="zh-CN" altLang="en-US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志愿</a:t>
              </a:r>
              <a:r>
                <a:rPr kumimoji="1" lang="zh-CN" altLang="en-US" sz="2000" b="1" spc="120" dirty="0">
                  <a:solidFill>
                    <a:schemeClr val="bg1"/>
                  </a:solidFill>
                  <a:latin typeface="Arial Bold" panose="020B0704020202020204" charset="0"/>
                  <a:ea typeface="微软雅黑" panose="020B0503020204020204" pitchFamily="34" charset="-122"/>
                  <a:cs typeface="Arial Bold" panose="020B0704020202020204" charset="0"/>
                </a:rPr>
                <a:t>者</a:t>
              </a:r>
              <a:endParaRPr kumimoji="1" lang="zh-CN" altLang="en-US" sz="2000" b="1" spc="120" dirty="0">
                <a:solidFill>
                  <a:schemeClr val="bg1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endParaRPr>
            </a:p>
          </p:txBody>
        </p:sp>
        <p:sp>
          <p:nvSpPr>
            <p:cNvPr id="51" name="梯形 50"/>
            <p:cNvSpPr/>
            <p:nvPr>
              <p:custDataLst>
                <p:tags r:id="rId18"/>
              </p:custDataLst>
            </p:nvPr>
          </p:nvSpPr>
          <p:spPr>
            <a:xfrm flipV="1">
              <a:off x="4133" y="6971"/>
              <a:ext cx="2019" cy="332"/>
            </a:xfrm>
            <a:prstGeom prst="trapezoid">
              <a:avLst>
                <a:gd name="adj" fmla="val 7584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  <p:sp>
          <p:nvSpPr>
            <p:cNvPr id="53" name="等腰三角形 52"/>
            <p:cNvSpPr/>
            <p:nvPr>
              <p:custDataLst>
                <p:tags r:id="rId19"/>
              </p:custDataLst>
            </p:nvPr>
          </p:nvSpPr>
          <p:spPr>
            <a:xfrm flipV="1">
              <a:off x="4780" y="7303"/>
              <a:ext cx="724" cy="6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</p:grpSp>
      <p:pic>
        <p:nvPicPr>
          <p:cNvPr id="58" name="图片 57" descr="/Users/Guset/Desktop/图片26.png图片26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 t="5702" b="5702"/>
          <a:stretch>
            <a:fillRect/>
          </a:stretch>
        </p:blipFill>
        <p:spPr>
          <a:xfrm>
            <a:off x="3451860" y="1692275"/>
            <a:ext cx="2214000" cy="147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图片 58" descr="/Users/Guset/Desktop/图片24.png图片24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 l="14055" r="14055"/>
          <a:stretch>
            <a:fillRect/>
          </a:stretch>
        </p:blipFill>
        <p:spPr>
          <a:xfrm>
            <a:off x="5989075" y="1692275"/>
            <a:ext cx="2213610" cy="147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 descr="/Users/Guset/Desktop/图片26.png图片26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1"/>
          <a:srcRect t="5694" b="5694"/>
          <a:stretch>
            <a:fillRect/>
          </a:stretch>
        </p:blipFill>
        <p:spPr>
          <a:xfrm>
            <a:off x="8480180" y="1692275"/>
            <a:ext cx="2213610" cy="147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请勿抄袭搬运！盗版必究！微信DAJU_PPT-3"/>
          <p:cNvSpPr txBox="1"/>
          <p:nvPr/>
        </p:nvSpPr>
        <p:spPr>
          <a:xfrm>
            <a:off x="3413472" y="5570538"/>
            <a:ext cx="75984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累计参加社会公益活动超</a:t>
            </a:r>
            <a:r>
              <a:rPr lang="en-US" altLang="zh-CN" sz="3200" b="1" dirty="0">
                <a:solidFill>
                  <a:schemeClr val="tx1"/>
                </a:solidFill>
                <a:latin typeface="+mj-ea"/>
                <a:ea typeface="+mj-ea"/>
              </a:rPr>
              <a:t>100h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，锻炼自我，服务社会</a:t>
            </a:r>
            <a:endParaRPr lang="zh-CN" altLang="en-US" sz="2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6015"/>
            <a:ext cx="12192000" cy="2467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Freeform 61"/>
          <p:cNvSpPr/>
          <p:nvPr/>
        </p:nvSpPr>
        <p:spPr bwMode="auto">
          <a:xfrm>
            <a:off x="3126406" y="1908443"/>
            <a:ext cx="2229610" cy="2302796"/>
          </a:xfrm>
          <a:custGeom>
            <a:avLst/>
            <a:gdLst>
              <a:gd name="T0" fmla="*/ 122 w 148"/>
              <a:gd name="T1" fmla="*/ 45 h 171"/>
              <a:gd name="T2" fmla="*/ 129 w 148"/>
              <a:gd name="T3" fmla="*/ 45 h 171"/>
              <a:gd name="T4" fmla="*/ 129 w 148"/>
              <a:gd name="T5" fmla="*/ 38 h 171"/>
              <a:gd name="T6" fmla="*/ 94 w 148"/>
              <a:gd name="T7" fmla="*/ 3 h 171"/>
              <a:gd name="T8" fmla="*/ 89 w 148"/>
              <a:gd name="T9" fmla="*/ 0 h 171"/>
              <a:gd name="T10" fmla="*/ 85 w 148"/>
              <a:gd name="T11" fmla="*/ 3 h 171"/>
              <a:gd name="T12" fmla="*/ 3 w 148"/>
              <a:gd name="T13" fmla="*/ 81 h 171"/>
              <a:gd name="T14" fmla="*/ 0 w 148"/>
              <a:gd name="T15" fmla="*/ 85 h 171"/>
              <a:gd name="T16" fmla="*/ 3 w 148"/>
              <a:gd name="T17" fmla="*/ 90 h 171"/>
              <a:gd name="T18" fmla="*/ 85 w 148"/>
              <a:gd name="T19" fmla="*/ 168 h 171"/>
              <a:gd name="T20" fmla="*/ 89 w 148"/>
              <a:gd name="T21" fmla="*/ 171 h 171"/>
              <a:gd name="T22" fmla="*/ 94 w 148"/>
              <a:gd name="T23" fmla="*/ 168 h 171"/>
              <a:gd name="T24" fmla="*/ 145 w 148"/>
              <a:gd name="T25" fmla="*/ 121 h 171"/>
              <a:gd name="T26" fmla="*/ 148 w 148"/>
              <a:gd name="T27" fmla="*/ 116 h 171"/>
              <a:gd name="T28" fmla="*/ 145 w 148"/>
              <a:gd name="T29" fmla="*/ 112 h 171"/>
              <a:gd name="T30" fmla="*/ 94 w 148"/>
              <a:gd name="T31" fmla="*/ 58 h 171"/>
              <a:gd name="T32" fmla="*/ 89 w 148"/>
              <a:gd name="T33" fmla="*/ 56 h 171"/>
              <a:gd name="T34" fmla="*/ 84 w 148"/>
              <a:gd name="T35" fmla="*/ 59 h 171"/>
              <a:gd name="T36" fmla="*/ 54 w 148"/>
              <a:gd name="T37" fmla="*/ 87 h 171"/>
              <a:gd name="T38" fmla="*/ 52 w 148"/>
              <a:gd name="T39" fmla="*/ 92 h 171"/>
              <a:gd name="T40" fmla="*/ 53 w 148"/>
              <a:gd name="T41" fmla="*/ 95 h 171"/>
              <a:gd name="T42" fmla="*/ 54 w 148"/>
              <a:gd name="T43" fmla="*/ 96 h 171"/>
              <a:gd name="T44" fmla="*/ 77 w 148"/>
              <a:gd name="T45" fmla="*/ 119 h 171"/>
              <a:gd name="T46" fmla="*/ 82 w 148"/>
              <a:gd name="T47" fmla="*/ 122 h 171"/>
              <a:gd name="T48" fmla="*/ 86 w 148"/>
              <a:gd name="T49" fmla="*/ 119 h 171"/>
              <a:gd name="T50" fmla="*/ 99 w 148"/>
              <a:gd name="T51" fmla="*/ 106 h 171"/>
              <a:gd name="T52" fmla="*/ 99 w 148"/>
              <a:gd name="T53" fmla="*/ 99 h 171"/>
              <a:gd name="T54" fmla="*/ 92 w 148"/>
              <a:gd name="T55" fmla="*/ 99 h 171"/>
              <a:gd name="T56" fmla="*/ 81 w 148"/>
              <a:gd name="T57" fmla="*/ 109 h 171"/>
              <a:gd name="T58" fmla="*/ 64 w 148"/>
              <a:gd name="T59" fmla="*/ 92 h 171"/>
              <a:gd name="T60" fmla="*/ 89 w 148"/>
              <a:gd name="T61" fmla="*/ 68 h 171"/>
              <a:gd name="T62" fmla="*/ 136 w 148"/>
              <a:gd name="T63" fmla="*/ 116 h 171"/>
              <a:gd name="T64" fmla="*/ 90 w 148"/>
              <a:gd name="T65" fmla="*/ 159 h 171"/>
              <a:gd name="T66" fmla="*/ 13 w 148"/>
              <a:gd name="T67" fmla="*/ 86 h 171"/>
              <a:gd name="T68" fmla="*/ 90 w 148"/>
              <a:gd name="T69" fmla="*/ 12 h 171"/>
              <a:gd name="T70" fmla="*/ 122 w 148"/>
              <a:gd name="T71" fmla="*/ 45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8" h="171">
                <a:moveTo>
                  <a:pt x="122" y="45"/>
                </a:moveTo>
                <a:cubicBezTo>
                  <a:pt x="124" y="47"/>
                  <a:pt x="127" y="47"/>
                  <a:pt x="129" y="45"/>
                </a:cubicBezTo>
                <a:cubicBezTo>
                  <a:pt x="131" y="43"/>
                  <a:pt x="131" y="40"/>
                  <a:pt x="129" y="38"/>
                </a:cubicBezTo>
                <a:cubicBezTo>
                  <a:pt x="94" y="3"/>
                  <a:pt x="94" y="3"/>
                  <a:pt x="94" y="3"/>
                </a:cubicBezTo>
                <a:cubicBezTo>
                  <a:pt x="93" y="1"/>
                  <a:pt x="92" y="0"/>
                  <a:pt x="89" y="0"/>
                </a:cubicBezTo>
                <a:cubicBezTo>
                  <a:pt x="87" y="1"/>
                  <a:pt x="86" y="2"/>
                  <a:pt x="85" y="3"/>
                </a:cubicBezTo>
                <a:cubicBezTo>
                  <a:pt x="3" y="81"/>
                  <a:pt x="3" y="81"/>
                  <a:pt x="3" y="81"/>
                </a:cubicBezTo>
                <a:cubicBezTo>
                  <a:pt x="2" y="82"/>
                  <a:pt x="0" y="83"/>
                  <a:pt x="0" y="85"/>
                </a:cubicBezTo>
                <a:cubicBezTo>
                  <a:pt x="0" y="88"/>
                  <a:pt x="1" y="89"/>
                  <a:pt x="3" y="90"/>
                </a:cubicBezTo>
                <a:cubicBezTo>
                  <a:pt x="85" y="168"/>
                  <a:pt x="85" y="168"/>
                  <a:pt x="85" y="168"/>
                </a:cubicBezTo>
                <a:cubicBezTo>
                  <a:pt x="87" y="170"/>
                  <a:pt x="87" y="171"/>
                  <a:pt x="89" y="171"/>
                </a:cubicBezTo>
                <a:cubicBezTo>
                  <a:pt x="92" y="171"/>
                  <a:pt x="93" y="170"/>
                  <a:pt x="94" y="168"/>
                </a:cubicBezTo>
                <a:cubicBezTo>
                  <a:pt x="145" y="121"/>
                  <a:pt x="145" y="121"/>
                  <a:pt x="145" y="121"/>
                </a:cubicBezTo>
                <a:cubicBezTo>
                  <a:pt x="146" y="120"/>
                  <a:pt x="148" y="119"/>
                  <a:pt x="148" y="116"/>
                </a:cubicBezTo>
                <a:cubicBezTo>
                  <a:pt x="148" y="114"/>
                  <a:pt x="147" y="113"/>
                  <a:pt x="145" y="112"/>
                </a:cubicBezTo>
                <a:cubicBezTo>
                  <a:pt x="94" y="58"/>
                  <a:pt x="94" y="58"/>
                  <a:pt x="94" y="58"/>
                </a:cubicBezTo>
                <a:cubicBezTo>
                  <a:pt x="92" y="57"/>
                  <a:pt x="91" y="56"/>
                  <a:pt x="89" y="56"/>
                </a:cubicBezTo>
                <a:cubicBezTo>
                  <a:pt x="87" y="56"/>
                  <a:pt x="86" y="57"/>
                  <a:pt x="84" y="59"/>
                </a:cubicBezTo>
                <a:cubicBezTo>
                  <a:pt x="54" y="87"/>
                  <a:pt x="54" y="87"/>
                  <a:pt x="54" y="87"/>
                </a:cubicBezTo>
                <a:cubicBezTo>
                  <a:pt x="53" y="89"/>
                  <a:pt x="52" y="90"/>
                  <a:pt x="52" y="92"/>
                </a:cubicBezTo>
                <a:cubicBezTo>
                  <a:pt x="52" y="93"/>
                  <a:pt x="52" y="95"/>
                  <a:pt x="53" y="95"/>
                </a:cubicBezTo>
                <a:cubicBezTo>
                  <a:pt x="53" y="96"/>
                  <a:pt x="53" y="96"/>
                  <a:pt x="54" y="96"/>
                </a:cubicBezTo>
                <a:cubicBezTo>
                  <a:pt x="77" y="119"/>
                  <a:pt x="77" y="119"/>
                  <a:pt x="77" y="119"/>
                </a:cubicBezTo>
                <a:cubicBezTo>
                  <a:pt x="78" y="120"/>
                  <a:pt x="79" y="122"/>
                  <a:pt x="82" y="122"/>
                </a:cubicBezTo>
                <a:cubicBezTo>
                  <a:pt x="84" y="121"/>
                  <a:pt x="85" y="120"/>
                  <a:pt x="86" y="119"/>
                </a:cubicBezTo>
                <a:cubicBezTo>
                  <a:pt x="99" y="106"/>
                  <a:pt x="99" y="106"/>
                  <a:pt x="99" y="106"/>
                </a:cubicBezTo>
                <a:cubicBezTo>
                  <a:pt x="101" y="104"/>
                  <a:pt x="101" y="100"/>
                  <a:pt x="99" y="99"/>
                </a:cubicBezTo>
                <a:cubicBezTo>
                  <a:pt x="97" y="97"/>
                  <a:pt x="94" y="97"/>
                  <a:pt x="92" y="99"/>
                </a:cubicBezTo>
                <a:cubicBezTo>
                  <a:pt x="81" y="109"/>
                  <a:pt x="81" y="109"/>
                  <a:pt x="81" y="109"/>
                </a:cubicBezTo>
                <a:cubicBezTo>
                  <a:pt x="64" y="92"/>
                  <a:pt x="64" y="92"/>
                  <a:pt x="64" y="92"/>
                </a:cubicBezTo>
                <a:cubicBezTo>
                  <a:pt x="89" y="68"/>
                  <a:pt x="89" y="68"/>
                  <a:pt x="89" y="68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13" y="86"/>
                  <a:pt x="13" y="86"/>
                  <a:pt x="13" y="86"/>
                </a:cubicBezTo>
                <a:cubicBezTo>
                  <a:pt x="90" y="12"/>
                  <a:pt x="90" y="12"/>
                  <a:pt x="90" y="12"/>
                </a:cubicBezTo>
                <a:cubicBezTo>
                  <a:pt x="122" y="45"/>
                  <a:pt x="122" y="45"/>
                  <a:pt x="122" y="45"/>
                </a:cubicBezTo>
                <a:close/>
              </a:path>
            </a:pathLst>
          </a:custGeom>
          <a:solidFill>
            <a:srgbClr val="FBD7B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1398143" y="87905"/>
            <a:ext cx="702189" cy="702189"/>
            <a:chOff x="114300" y="101600"/>
            <a:chExt cx="702189" cy="702189"/>
          </a:xfrm>
        </p:grpSpPr>
        <p:sp>
          <p:nvSpPr>
            <p:cNvPr id="7" name="任意多边形: 形状 6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8900" y="6053146"/>
            <a:ext cx="702189" cy="702189"/>
            <a:chOff x="114300" y="101600"/>
            <a:chExt cx="702189" cy="702189"/>
          </a:xfrm>
        </p:grpSpPr>
        <p:sp>
          <p:nvSpPr>
            <p:cNvPr id="33" name="任意多边形: 形状 32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0" name="mortarboard_91314"/>
          <p:cNvSpPr/>
          <p:nvPr/>
        </p:nvSpPr>
        <p:spPr>
          <a:xfrm>
            <a:off x="10156357" y="5373815"/>
            <a:ext cx="1397239" cy="877179"/>
          </a:xfrm>
          <a:custGeom>
            <a:avLst/>
            <a:gdLst>
              <a:gd name="T0" fmla="*/ 2357 w 2416"/>
              <a:gd name="T1" fmla="*/ 389 h 1519"/>
              <a:gd name="T2" fmla="*/ 1236 w 2416"/>
              <a:gd name="T3" fmla="*/ 6 h 1519"/>
              <a:gd name="T4" fmla="*/ 1180 w 2416"/>
              <a:gd name="T5" fmla="*/ 6 h 1519"/>
              <a:gd name="T6" fmla="*/ 59 w 2416"/>
              <a:gd name="T7" fmla="*/ 389 h 1519"/>
              <a:gd name="T8" fmla="*/ 0 w 2416"/>
              <a:gd name="T9" fmla="*/ 471 h 1519"/>
              <a:gd name="T10" fmla="*/ 59 w 2416"/>
              <a:gd name="T11" fmla="*/ 553 h 1519"/>
              <a:gd name="T12" fmla="*/ 495 w 2416"/>
              <a:gd name="T13" fmla="*/ 701 h 1519"/>
              <a:gd name="T14" fmla="*/ 495 w 2416"/>
              <a:gd name="T15" fmla="*/ 1153 h 1519"/>
              <a:gd name="T16" fmla="*/ 517 w 2416"/>
              <a:gd name="T17" fmla="*/ 1211 h 1519"/>
              <a:gd name="T18" fmla="*/ 1213 w 2416"/>
              <a:gd name="T19" fmla="*/ 1519 h 1519"/>
              <a:gd name="T20" fmla="*/ 1898 w 2416"/>
              <a:gd name="T21" fmla="*/ 1223 h 1519"/>
              <a:gd name="T22" fmla="*/ 1921 w 2416"/>
              <a:gd name="T23" fmla="*/ 1164 h 1519"/>
              <a:gd name="T24" fmla="*/ 1921 w 2416"/>
              <a:gd name="T25" fmla="*/ 702 h 1519"/>
              <a:gd name="T26" fmla="*/ 2101 w 2416"/>
              <a:gd name="T27" fmla="*/ 640 h 1519"/>
              <a:gd name="T28" fmla="*/ 2101 w 2416"/>
              <a:gd name="T29" fmla="*/ 858 h 1519"/>
              <a:gd name="T30" fmla="*/ 2068 w 2416"/>
              <a:gd name="T31" fmla="*/ 926 h 1519"/>
              <a:gd name="T32" fmla="*/ 2068 w 2416"/>
              <a:gd name="T33" fmla="*/ 1138 h 1519"/>
              <a:gd name="T34" fmla="*/ 2155 w 2416"/>
              <a:gd name="T35" fmla="*/ 1224 h 1519"/>
              <a:gd name="T36" fmla="*/ 2241 w 2416"/>
              <a:gd name="T37" fmla="*/ 1138 h 1519"/>
              <a:gd name="T38" fmla="*/ 2241 w 2416"/>
              <a:gd name="T39" fmla="*/ 926 h 1519"/>
              <a:gd name="T40" fmla="*/ 2208 w 2416"/>
              <a:gd name="T41" fmla="*/ 858 h 1519"/>
              <a:gd name="T42" fmla="*/ 2208 w 2416"/>
              <a:gd name="T43" fmla="*/ 604 h 1519"/>
              <a:gd name="T44" fmla="*/ 2357 w 2416"/>
              <a:gd name="T45" fmla="*/ 553 h 1519"/>
              <a:gd name="T46" fmla="*/ 2416 w 2416"/>
              <a:gd name="T47" fmla="*/ 471 h 1519"/>
              <a:gd name="T48" fmla="*/ 2357 w 2416"/>
              <a:gd name="T49" fmla="*/ 389 h 1519"/>
              <a:gd name="T50" fmla="*/ 1748 w 2416"/>
              <a:gd name="T51" fmla="*/ 1128 h 1519"/>
              <a:gd name="T52" fmla="*/ 1213 w 2416"/>
              <a:gd name="T53" fmla="*/ 1345 h 1519"/>
              <a:gd name="T54" fmla="*/ 668 w 2416"/>
              <a:gd name="T55" fmla="*/ 1118 h 1519"/>
              <a:gd name="T56" fmla="*/ 668 w 2416"/>
              <a:gd name="T57" fmla="*/ 760 h 1519"/>
              <a:gd name="T58" fmla="*/ 1183 w 2416"/>
              <a:gd name="T59" fmla="*/ 935 h 1519"/>
              <a:gd name="T60" fmla="*/ 1211 w 2416"/>
              <a:gd name="T61" fmla="*/ 939 h 1519"/>
              <a:gd name="T62" fmla="*/ 1239 w 2416"/>
              <a:gd name="T63" fmla="*/ 935 h 1519"/>
              <a:gd name="T64" fmla="*/ 1748 w 2416"/>
              <a:gd name="T65" fmla="*/ 761 h 1519"/>
              <a:gd name="T66" fmla="*/ 1748 w 2416"/>
              <a:gd name="T67" fmla="*/ 1128 h 1519"/>
              <a:gd name="T68" fmla="*/ 1210 w 2416"/>
              <a:gd name="T69" fmla="*/ 761 h 1519"/>
              <a:gd name="T70" fmla="*/ 356 w 2416"/>
              <a:gd name="T71" fmla="*/ 470 h 1519"/>
              <a:gd name="T72" fmla="*/ 1208 w 2416"/>
              <a:gd name="T73" fmla="*/ 180 h 1519"/>
              <a:gd name="T74" fmla="*/ 2061 w 2416"/>
              <a:gd name="T75" fmla="*/ 471 h 1519"/>
              <a:gd name="T76" fmla="*/ 1210 w 2416"/>
              <a:gd name="T77" fmla="*/ 761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16" h="1519">
                <a:moveTo>
                  <a:pt x="2357" y="389"/>
                </a:moveTo>
                <a:lnTo>
                  <a:pt x="1236" y="6"/>
                </a:lnTo>
                <a:cubicBezTo>
                  <a:pt x="1218" y="0"/>
                  <a:pt x="1198" y="0"/>
                  <a:pt x="1180" y="6"/>
                </a:cubicBezTo>
                <a:lnTo>
                  <a:pt x="59" y="389"/>
                </a:lnTo>
                <a:cubicBezTo>
                  <a:pt x="24" y="400"/>
                  <a:pt x="0" y="433"/>
                  <a:pt x="0" y="471"/>
                </a:cubicBezTo>
                <a:cubicBezTo>
                  <a:pt x="0" y="508"/>
                  <a:pt x="24" y="541"/>
                  <a:pt x="59" y="553"/>
                </a:cubicBezTo>
                <a:lnTo>
                  <a:pt x="495" y="701"/>
                </a:lnTo>
                <a:lnTo>
                  <a:pt x="495" y="1153"/>
                </a:lnTo>
                <a:cubicBezTo>
                  <a:pt x="495" y="1174"/>
                  <a:pt x="503" y="1195"/>
                  <a:pt x="517" y="1211"/>
                </a:cubicBezTo>
                <a:cubicBezTo>
                  <a:pt x="695" y="1406"/>
                  <a:pt x="949" y="1519"/>
                  <a:pt x="1213" y="1519"/>
                </a:cubicBezTo>
                <a:cubicBezTo>
                  <a:pt x="1475" y="1519"/>
                  <a:pt x="1718" y="1414"/>
                  <a:pt x="1898" y="1223"/>
                </a:cubicBezTo>
                <a:cubicBezTo>
                  <a:pt x="1913" y="1207"/>
                  <a:pt x="1921" y="1186"/>
                  <a:pt x="1921" y="1164"/>
                </a:cubicBezTo>
                <a:lnTo>
                  <a:pt x="1921" y="702"/>
                </a:lnTo>
                <a:lnTo>
                  <a:pt x="2101" y="640"/>
                </a:lnTo>
                <a:lnTo>
                  <a:pt x="2101" y="858"/>
                </a:lnTo>
                <a:cubicBezTo>
                  <a:pt x="2081" y="874"/>
                  <a:pt x="2068" y="898"/>
                  <a:pt x="2068" y="926"/>
                </a:cubicBezTo>
                <a:lnTo>
                  <a:pt x="2068" y="1138"/>
                </a:lnTo>
                <a:cubicBezTo>
                  <a:pt x="2068" y="1185"/>
                  <a:pt x="2107" y="1224"/>
                  <a:pt x="2155" y="1224"/>
                </a:cubicBezTo>
                <a:cubicBezTo>
                  <a:pt x="2203" y="1224"/>
                  <a:pt x="2241" y="1185"/>
                  <a:pt x="2241" y="1138"/>
                </a:cubicBezTo>
                <a:lnTo>
                  <a:pt x="2241" y="926"/>
                </a:lnTo>
                <a:cubicBezTo>
                  <a:pt x="2241" y="898"/>
                  <a:pt x="2228" y="874"/>
                  <a:pt x="2208" y="858"/>
                </a:cubicBezTo>
                <a:lnTo>
                  <a:pt x="2208" y="604"/>
                </a:lnTo>
                <a:lnTo>
                  <a:pt x="2357" y="553"/>
                </a:lnTo>
                <a:cubicBezTo>
                  <a:pt x="2393" y="541"/>
                  <a:pt x="2416" y="508"/>
                  <a:pt x="2416" y="471"/>
                </a:cubicBezTo>
                <a:cubicBezTo>
                  <a:pt x="2416" y="433"/>
                  <a:pt x="2392" y="400"/>
                  <a:pt x="2357" y="389"/>
                </a:cubicBezTo>
                <a:close/>
                <a:moveTo>
                  <a:pt x="1748" y="1128"/>
                </a:moveTo>
                <a:cubicBezTo>
                  <a:pt x="1604" y="1268"/>
                  <a:pt x="1415" y="1345"/>
                  <a:pt x="1213" y="1345"/>
                </a:cubicBezTo>
                <a:cubicBezTo>
                  <a:pt x="1009" y="1345"/>
                  <a:pt x="812" y="1263"/>
                  <a:pt x="668" y="1118"/>
                </a:cubicBezTo>
                <a:lnTo>
                  <a:pt x="668" y="760"/>
                </a:lnTo>
                <a:lnTo>
                  <a:pt x="1183" y="935"/>
                </a:lnTo>
                <a:cubicBezTo>
                  <a:pt x="1192" y="938"/>
                  <a:pt x="1201" y="939"/>
                  <a:pt x="1211" y="939"/>
                </a:cubicBezTo>
                <a:cubicBezTo>
                  <a:pt x="1220" y="939"/>
                  <a:pt x="1229" y="938"/>
                  <a:pt x="1239" y="935"/>
                </a:cubicBezTo>
                <a:lnTo>
                  <a:pt x="1748" y="761"/>
                </a:lnTo>
                <a:lnTo>
                  <a:pt x="1748" y="1128"/>
                </a:lnTo>
                <a:close/>
                <a:moveTo>
                  <a:pt x="1210" y="761"/>
                </a:moveTo>
                <a:lnTo>
                  <a:pt x="356" y="470"/>
                </a:lnTo>
                <a:lnTo>
                  <a:pt x="1208" y="180"/>
                </a:lnTo>
                <a:lnTo>
                  <a:pt x="2061" y="471"/>
                </a:lnTo>
                <a:lnTo>
                  <a:pt x="1210" y="7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5" name="文本框 44"/>
          <p:cNvSpPr txBox="1"/>
          <p:nvPr/>
        </p:nvSpPr>
        <p:spPr>
          <a:xfrm>
            <a:off x="3455622" y="2275011"/>
            <a:ext cx="17812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spc="300" dirty="0">
                <a:solidFill>
                  <a:schemeClr val="bg1"/>
                </a:solidFill>
                <a:latin typeface="+mj-ea"/>
                <a:ea typeface="+mj-ea"/>
              </a:rPr>
              <a:t>04</a:t>
            </a:r>
            <a:endParaRPr lang="zh-CN" altLang="en-US" sz="13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79023" y="3660005"/>
            <a:ext cx="1734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pc="300" dirty="0">
                <a:solidFill>
                  <a:schemeClr val="bg1"/>
                </a:solidFill>
              </a:rPr>
              <a:t>PART FOUR</a:t>
            </a:r>
            <a:endParaRPr lang="en-US" altLang="zh-CN" spc="3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886840" y="2548120"/>
            <a:ext cx="31673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spc="300" dirty="0">
                <a:solidFill>
                  <a:schemeClr val="bg1"/>
                </a:solidFill>
                <a:latin typeface="+mj-ea"/>
                <a:ea typeface="+mj-ea"/>
              </a:rPr>
              <a:t>研究生规划</a:t>
            </a:r>
            <a:endParaRPr lang="zh-CN" altLang="en-US" sz="44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37640" y="3429000"/>
            <a:ext cx="266686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Graduate school Planning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3956642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9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1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1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5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文本框 46"/>
          <p:cNvSpPr txBox="1"/>
          <p:nvPr/>
        </p:nvSpPr>
        <p:spPr>
          <a:xfrm>
            <a:off x="607513" y="4057668"/>
            <a:ext cx="1643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研究生规划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8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等腰三角形 52"/>
          <p:cNvSpPr/>
          <p:nvPr/>
        </p:nvSpPr>
        <p:spPr>
          <a:xfrm rot="5400000" flipH="1">
            <a:off x="2513855" y="4472423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3479087" y="365798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研究生三年规划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36" name="矩形: 圆角 35"/>
          <p:cNvSpPr/>
          <p:nvPr>
            <p:custDataLst>
              <p:tags r:id="rId1"/>
            </p:custDataLst>
          </p:nvPr>
        </p:nvSpPr>
        <p:spPr>
          <a:xfrm>
            <a:off x="3250565" y="2861310"/>
            <a:ext cx="2439670" cy="2922270"/>
          </a:xfrm>
          <a:prstGeom prst="roundRect">
            <a:avLst>
              <a:gd name="adj" fmla="val 2594"/>
            </a:avLst>
          </a:prstGeom>
          <a:solidFill>
            <a:srgbClr val="F9F9F9"/>
          </a:solidFill>
          <a:ln w="15875">
            <a:gradFill>
              <a:gsLst>
                <a:gs pos="75000">
                  <a:schemeClr val="accent1"/>
                </a:gs>
                <a:gs pos="25000">
                  <a:schemeClr val="accent1"/>
                </a:gs>
                <a:gs pos="0">
                  <a:schemeClr val="bg1"/>
                </a:gs>
                <a:gs pos="100000">
                  <a:schemeClr val="bg1"/>
                </a:gs>
                <a:gs pos="50000">
                  <a:schemeClr val="accent1"/>
                </a:gs>
              </a:gsLst>
              <a:lin ang="1800000" scaled="0"/>
            </a:gradFill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矩形: 圆角 36"/>
          <p:cNvSpPr/>
          <p:nvPr>
            <p:custDataLst>
              <p:tags r:id="rId2"/>
            </p:custDataLst>
          </p:nvPr>
        </p:nvSpPr>
        <p:spPr>
          <a:xfrm>
            <a:off x="3562785" y="2616866"/>
            <a:ext cx="1815390" cy="488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27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研一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38" name="Text Box 2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74390" y="3309620"/>
            <a:ext cx="2192020" cy="237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</a:rPr>
              <a:t>我将迅速进入研究生状态，坚持阅读国内外文献并定期与导师和师门同学交流和学习，开始尝试小论文的撰写与发表，期望在研究生一年级完成至少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</a:rPr>
              <a:t> 2 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</a:rPr>
              <a:t>篇论文的撰写和投稿；</a:t>
            </a:r>
            <a:endParaRPr lang="zh-CN" altLang="en-US" sz="1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2" name="矩形: 圆角 41"/>
          <p:cNvSpPr/>
          <p:nvPr>
            <p:custDataLst>
              <p:tags r:id="rId4"/>
            </p:custDataLst>
          </p:nvPr>
        </p:nvSpPr>
        <p:spPr>
          <a:xfrm>
            <a:off x="6062345" y="2246630"/>
            <a:ext cx="2439670" cy="3110865"/>
          </a:xfrm>
          <a:prstGeom prst="roundRect">
            <a:avLst>
              <a:gd name="adj" fmla="val 2594"/>
            </a:avLst>
          </a:prstGeom>
          <a:solidFill>
            <a:srgbClr val="F9F9F9"/>
          </a:solidFill>
          <a:ln w="15875">
            <a:gradFill>
              <a:gsLst>
                <a:gs pos="75000">
                  <a:schemeClr val="accent1"/>
                </a:gs>
                <a:gs pos="25000">
                  <a:schemeClr val="accent1"/>
                </a:gs>
                <a:gs pos="0">
                  <a:schemeClr val="bg1"/>
                </a:gs>
                <a:gs pos="100000">
                  <a:schemeClr val="bg1"/>
                </a:gs>
                <a:gs pos="50000">
                  <a:schemeClr val="accent1"/>
                </a:gs>
              </a:gsLst>
              <a:lin ang="1800000" scaled="0"/>
            </a:gradFill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矩形: 圆角 42"/>
          <p:cNvSpPr/>
          <p:nvPr>
            <p:custDataLst>
              <p:tags r:id="rId5"/>
            </p:custDataLst>
          </p:nvPr>
        </p:nvSpPr>
        <p:spPr>
          <a:xfrm>
            <a:off x="6374408" y="2002428"/>
            <a:ext cx="1815390" cy="488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27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研二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44" name="Text Box 2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86170" y="2694940"/>
            <a:ext cx="2192020" cy="246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</a:rPr>
              <a:t>在研究领域继续深耕，在导师的指导下开始尝试冲击更高层次的期刊论文，至少完成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</a:rPr>
              <a:t> 2 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</a:rPr>
              <a:t>篇高质量论文的撰写和投稿，并对研究生一年级投稿的论文进行修改和定稿；</a:t>
            </a:r>
            <a:endParaRPr lang="zh-CN" altLang="en-US" sz="1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6" name="矩形: 圆角 45"/>
          <p:cNvSpPr/>
          <p:nvPr>
            <p:custDataLst>
              <p:tags r:id="rId7"/>
            </p:custDataLst>
          </p:nvPr>
        </p:nvSpPr>
        <p:spPr>
          <a:xfrm>
            <a:off x="8874125" y="1632585"/>
            <a:ext cx="2439670" cy="3110230"/>
          </a:xfrm>
          <a:prstGeom prst="roundRect">
            <a:avLst>
              <a:gd name="adj" fmla="val 2594"/>
            </a:avLst>
          </a:prstGeom>
          <a:solidFill>
            <a:srgbClr val="F9F9F9"/>
          </a:solidFill>
          <a:ln w="15875">
            <a:gradFill>
              <a:gsLst>
                <a:gs pos="75000">
                  <a:schemeClr val="accent1"/>
                </a:gs>
                <a:gs pos="25000">
                  <a:schemeClr val="accent1"/>
                </a:gs>
                <a:gs pos="0">
                  <a:schemeClr val="bg1"/>
                </a:gs>
                <a:gs pos="100000">
                  <a:schemeClr val="bg1"/>
                </a:gs>
                <a:gs pos="50000">
                  <a:schemeClr val="accent1"/>
                </a:gs>
              </a:gsLst>
              <a:lin ang="1800000" scaled="0"/>
            </a:gradFill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: 圆角 46"/>
          <p:cNvSpPr/>
          <p:nvPr>
            <p:custDataLst>
              <p:tags r:id="rId8"/>
            </p:custDataLst>
          </p:nvPr>
        </p:nvSpPr>
        <p:spPr>
          <a:xfrm>
            <a:off x="9186031" y="1387990"/>
            <a:ext cx="1815390" cy="488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27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研三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3" name="Text Box 2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997656" y="2080711"/>
            <a:ext cx="2192140" cy="26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</a:rPr>
              <a:t>我将开始着手准备研究生毕业论文，在发表的小论文的基础上，按照学校的要求完成开题报告、中期检查和毕业答辩等一系列工作。此外，我还将在此</a:t>
            </a:r>
            <a:endParaRPr lang="zh-CN" altLang="en-US" sz="14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</a:rPr>
              <a:t>阶段进行博士的申请，期望能够继续攻读博士学位。</a:t>
            </a:r>
            <a:endParaRPr lang="zh-CN" altLang="en-US" sz="14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9" name="black-left-arrows_45468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rot="19113277" flipH="1" flipV="1">
            <a:off x="8229795" y="1707378"/>
            <a:ext cx="609685" cy="334877"/>
          </a:xfrm>
          <a:custGeom>
            <a:avLst/>
            <a:gdLst>
              <a:gd name="T0" fmla="*/ 2334 w 6926"/>
              <a:gd name="T1" fmla="*/ 2675 h 3810"/>
              <a:gd name="T2" fmla="*/ 2455 w 6926"/>
              <a:gd name="T3" fmla="*/ 2641 h 3810"/>
              <a:gd name="T4" fmla="*/ 2866 w 6926"/>
              <a:gd name="T5" fmla="*/ 2543 h 3810"/>
              <a:gd name="T6" fmla="*/ 3094 w 6926"/>
              <a:gd name="T7" fmla="*/ 2498 h 3810"/>
              <a:gd name="T8" fmla="*/ 3212 w 6926"/>
              <a:gd name="T9" fmla="*/ 2476 h 3810"/>
              <a:gd name="T10" fmla="*/ 3332 w 6926"/>
              <a:gd name="T11" fmla="*/ 2458 h 3810"/>
              <a:gd name="T12" fmla="*/ 3835 w 6926"/>
              <a:gd name="T13" fmla="*/ 2399 h 3810"/>
              <a:gd name="T14" fmla="*/ 4357 w 6926"/>
              <a:gd name="T15" fmla="*/ 2381 h 3810"/>
              <a:gd name="T16" fmla="*/ 4488 w 6926"/>
              <a:gd name="T17" fmla="*/ 2383 h 3810"/>
              <a:gd name="T18" fmla="*/ 4619 w 6926"/>
              <a:gd name="T19" fmla="*/ 2390 h 3810"/>
              <a:gd name="T20" fmla="*/ 4878 w 6926"/>
              <a:gd name="T21" fmla="*/ 2412 h 3810"/>
              <a:gd name="T22" fmla="*/ 5132 w 6926"/>
              <a:gd name="T23" fmla="*/ 2449 h 3810"/>
              <a:gd name="T24" fmla="*/ 5376 w 6926"/>
              <a:gd name="T25" fmla="*/ 2502 h 3810"/>
              <a:gd name="T26" fmla="*/ 5830 w 6926"/>
              <a:gd name="T27" fmla="*/ 2650 h 3810"/>
              <a:gd name="T28" fmla="*/ 6219 w 6926"/>
              <a:gd name="T29" fmla="*/ 2843 h 3810"/>
              <a:gd name="T30" fmla="*/ 6385 w 6926"/>
              <a:gd name="T31" fmla="*/ 2949 h 3810"/>
              <a:gd name="T32" fmla="*/ 6527 w 6926"/>
              <a:gd name="T33" fmla="*/ 3056 h 3810"/>
              <a:gd name="T34" fmla="*/ 6648 w 6926"/>
              <a:gd name="T35" fmla="*/ 3159 h 3810"/>
              <a:gd name="T36" fmla="*/ 6749 w 6926"/>
              <a:gd name="T37" fmla="*/ 3251 h 3810"/>
              <a:gd name="T38" fmla="*/ 6926 w 6926"/>
              <a:gd name="T39" fmla="*/ 3443 h 3810"/>
              <a:gd name="T40" fmla="*/ 6820 w 6926"/>
              <a:gd name="T41" fmla="*/ 3200 h 3810"/>
              <a:gd name="T42" fmla="*/ 6753 w 6926"/>
              <a:gd name="T43" fmla="*/ 3076 h 3810"/>
              <a:gd name="T44" fmla="*/ 6668 w 6926"/>
              <a:gd name="T45" fmla="*/ 2932 h 3810"/>
              <a:gd name="T46" fmla="*/ 6561 w 6926"/>
              <a:gd name="T47" fmla="*/ 2771 h 3810"/>
              <a:gd name="T48" fmla="*/ 6428 w 6926"/>
              <a:gd name="T49" fmla="*/ 2602 h 3810"/>
              <a:gd name="T50" fmla="*/ 6085 w 6926"/>
              <a:gd name="T51" fmla="*/ 2252 h 3810"/>
              <a:gd name="T52" fmla="*/ 5644 w 6926"/>
              <a:gd name="T53" fmla="*/ 1914 h 3810"/>
              <a:gd name="T54" fmla="*/ 5392 w 6926"/>
              <a:gd name="T55" fmla="*/ 1760 h 3810"/>
              <a:gd name="T56" fmla="*/ 5123 w 6926"/>
              <a:gd name="T57" fmla="*/ 1619 h 3810"/>
              <a:gd name="T58" fmla="*/ 4842 w 6926"/>
              <a:gd name="T59" fmla="*/ 1492 h 3810"/>
              <a:gd name="T60" fmla="*/ 4698 w 6926"/>
              <a:gd name="T61" fmla="*/ 1433 h 3810"/>
              <a:gd name="T62" fmla="*/ 4552 w 6926"/>
              <a:gd name="T63" fmla="*/ 1380 h 3810"/>
              <a:gd name="T64" fmla="*/ 3961 w 6926"/>
              <a:gd name="T65" fmla="*/ 1195 h 3810"/>
              <a:gd name="T66" fmla="*/ 3377 w 6926"/>
              <a:gd name="T67" fmla="*/ 1064 h 3810"/>
              <a:gd name="T68" fmla="*/ 3235 w 6926"/>
              <a:gd name="T69" fmla="*/ 1038 h 3810"/>
              <a:gd name="T70" fmla="*/ 3095 w 6926"/>
              <a:gd name="T71" fmla="*/ 1015 h 3810"/>
              <a:gd name="T72" fmla="*/ 2823 w 6926"/>
              <a:gd name="T73" fmla="*/ 976 h 3810"/>
              <a:gd name="T74" fmla="*/ 2328 w 6926"/>
              <a:gd name="T75" fmla="*/ 926 h 3810"/>
              <a:gd name="T76" fmla="*/ 2325 w 6926"/>
              <a:gd name="T77" fmla="*/ 0 h 3810"/>
              <a:gd name="T78" fmla="*/ 0 w 6926"/>
              <a:gd name="T79" fmla="*/ 1913 h 3810"/>
              <a:gd name="T80" fmla="*/ 2338 w 6926"/>
              <a:gd name="T81" fmla="*/ 3810 h 3810"/>
              <a:gd name="T82" fmla="*/ 2334 w 6926"/>
              <a:gd name="T83" fmla="*/ 2675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2334" y="2675"/>
                </a:moveTo>
                <a:cubicBezTo>
                  <a:pt x="2373" y="2664"/>
                  <a:pt x="2413" y="2653"/>
                  <a:pt x="2455" y="2641"/>
                </a:cubicBezTo>
                <a:cubicBezTo>
                  <a:pt x="2581" y="2608"/>
                  <a:pt x="2719" y="2574"/>
                  <a:pt x="2866" y="2543"/>
                </a:cubicBezTo>
                <a:cubicBezTo>
                  <a:pt x="2940" y="2528"/>
                  <a:pt x="3016" y="2511"/>
                  <a:pt x="3094" y="2498"/>
                </a:cubicBezTo>
                <a:cubicBezTo>
                  <a:pt x="3133" y="2491"/>
                  <a:pt x="3172" y="2484"/>
                  <a:pt x="3212" y="2476"/>
                </a:cubicBezTo>
                <a:cubicBezTo>
                  <a:pt x="3252" y="2470"/>
                  <a:pt x="3292" y="2464"/>
                  <a:pt x="3332" y="2458"/>
                </a:cubicBezTo>
                <a:cubicBezTo>
                  <a:pt x="3495" y="2432"/>
                  <a:pt x="3663" y="2414"/>
                  <a:pt x="3835" y="2399"/>
                </a:cubicBezTo>
                <a:cubicBezTo>
                  <a:pt x="4007" y="2387"/>
                  <a:pt x="4183" y="2377"/>
                  <a:pt x="4357" y="2381"/>
                </a:cubicBezTo>
                <a:cubicBezTo>
                  <a:pt x="4400" y="2381"/>
                  <a:pt x="4445" y="2381"/>
                  <a:pt x="4488" y="2383"/>
                </a:cubicBezTo>
                <a:cubicBezTo>
                  <a:pt x="4532" y="2385"/>
                  <a:pt x="4575" y="2387"/>
                  <a:pt x="4619" y="2390"/>
                </a:cubicBezTo>
                <a:cubicBezTo>
                  <a:pt x="4707" y="2392"/>
                  <a:pt x="4791" y="2405"/>
                  <a:pt x="4878" y="2412"/>
                </a:cubicBezTo>
                <a:cubicBezTo>
                  <a:pt x="4964" y="2422"/>
                  <a:pt x="5047" y="2436"/>
                  <a:pt x="5132" y="2449"/>
                </a:cubicBezTo>
                <a:cubicBezTo>
                  <a:pt x="5213" y="2467"/>
                  <a:pt x="5297" y="2481"/>
                  <a:pt x="5376" y="2502"/>
                </a:cubicBezTo>
                <a:cubicBezTo>
                  <a:pt x="5536" y="2543"/>
                  <a:pt x="5689" y="2591"/>
                  <a:pt x="5830" y="2650"/>
                </a:cubicBezTo>
                <a:cubicBezTo>
                  <a:pt x="5972" y="2707"/>
                  <a:pt x="6102" y="2775"/>
                  <a:pt x="6219" y="2843"/>
                </a:cubicBezTo>
                <a:cubicBezTo>
                  <a:pt x="6276" y="2880"/>
                  <a:pt x="6333" y="2914"/>
                  <a:pt x="6385" y="2949"/>
                </a:cubicBezTo>
                <a:cubicBezTo>
                  <a:pt x="6435" y="2987"/>
                  <a:pt x="6483" y="3023"/>
                  <a:pt x="6527" y="3056"/>
                </a:cubicBezTo>
                <a:cubicBezTo>
                  <a:pt x="6574" y="3089"/>
                  <a:pt x="6611" y="3127"/>
                  <a:pt x="6648" y="3159"/>
                </a:cubicBezTo>
                <a:cubicBezTo>
                  <a:pt x="6685" y="3193"/>
                  <a:pt x="6718" y="3223"/>
                  <a:pt x="6749" y="3251"/>
                </a:cubicBezTo>
                <a:cubicBezTo>
                  <a:pt x="6861" y="3373"/>
                  <a:pt x="6926" y="3443"/>
                  <a:pt x="6926" y="3443"/>
                </a:cubicBezTo>
                <a:cubicBezTo>
                  <a:pt x="6926" y="3443"/>
                  <a:pt x="6887" y="3355"/>
                  <a:pt x="6820" y="3200"/>
                </a:cubicBezTo>
                <a:cubicBezTo>
                  <a:pt x="6800" y="3163"/>
                  <a:pt x="6777" y="3121"/>
                  <a:pt x="6753" y="3076"/>
                </a:cubicBezTo>
                <a:cubicBezTo>
                  <a:pt x="6727" y="3032"/>
                  <a:pt x="6703" y="2980"/>
                  <a:pt x="6668" y="2932"/>
                </a:cubicBezTo>
                <a:cubicBezTo>
                  <a:pt x="6635" y="2881"/>
                  <a:pt x="6599" y="2828"/>
                  <a:pt x="6561" y="2771"/>
                </a:cubicBezTo>
                <a:cubicBezTo>
                  <a:pt x="6521" y="2717"/>
                  <a:pt x="6475" y="2662"/>
                  <a:pt x="6428" y="2602"/>
                </a:cubicBezTo>
                <a:cubicBezTo>
                  <a:pt x="6331" y="2488"/>
                  <a:pt x="6217" y="2367"/>
                  <a:pt x="6085" y="2252"/>
                </a:cubicBezTo>
                <a:cubicBezTo>
                  <a:pt x="5954" y="2134"/>
                  <a:pt x="5805" y="2022"/>
                  <a:pt x="5644" y="1914"/>
                </a:cubicBezTo>
                <a:cubicBezTo>
                  <a:pt x="5563" y="1860"/>
                  <a:pt x="5478" y="1812"/>
                  <a:pt x="5392" y="1760"/>
                </a:cubicBezTo>
                <a:cubicBezTo>
                  <a:pt x="5304" y="1713"/>
                  <a:pt x="5215" y="1664"/>
                  <a:pt x="5123" y="1619"/>
                </a:cubicBezTo>
                <a:cubicBezTo>
                  <a:pt x="5031" y="1577"/>
                  <a:pt x="4938" y="1530"/>
                  <a:pt x="4842" y="1492"/>
                </a:cubicBezTo>
                <a:cubicBezTo>
                  <a:pt x="4794" y="1473"/>
                  <a:pt x="4746" y="1453"/>
                  <a:pt x="4698" y="1433"/>
                </a:cubicBezTo>
                <a:cubicBezTo>
                  <a:pt x="4650" y="1414"/>
                  <a:pt x="4601" y="1398"/>
                  <a:pt x="4552" y="1380"/>
                </a:cubicBezTo>
                <a:cubicBezTo>
                  <a:pt x="4357" y="1307"/>
                  <a:pt x="4159" y="1249"/>
                  <a:pt x="3961" y="1195"/>
                </a:cubicBezTo>
                <a:cubicBezTo>
                  <a:pt x="3764" y="1144"/>
                  <a:pt x="3568" y="1099"/>
                  <a:pt x="3377" y="1064"/>
                </a:cubicBezTo>
                <a:cubicBezTo>
                  <a:pt x="3329" y="1055"/>
                  <a:pt x="3282" y="1046"/>
                  <a:pt x="3235" y="1038"/>
                </a:cubicBezTo>
                <a:cubicBezTo>
                  <a:pt x="3188" y="1030"/>
                  <a:pt x="3141" y="1023"/>
                  <a:pt x="3095" y="1015"/>
                </a:cubicBezTo>
                <a:cubicBezTo>
                  <a:pt x="3002" y="1000"/>
                  <a:pt x="2912" y="989"/>
                  <a:pt x="2823" y="976"/>
                </a:cubicBezTo>
                <a:cubicBezTo>
                  <a:pt x="2648" y="954"/>
                  <a:pt x="2482" y="937"/>
                  <a:pt x="2328" y="926"/>
                </a:cubicBezTo>
                <a:lnTo>
                  <a:pt x="2325" y="0"/>
                </a:lnTo>
                <a:lnTo>
                  <a:pt x="0" y="1913"/>
                </a:lnTo>
                <a:lnTo>
                  <a:pt x="2338" y="3810"/>
                </a:lnTo>
                <a:lnTo>
                  <a:pt x="2334" y="2675"/>
                </a:lnTo>
                <a:close/>
              </a:path>
            </a:pathLst>
          </a:custGeom>
          <a:gradFill>
            <a:gsLst>
              <a:gs pos="31000">
                <a:schemeClr val="accent1"/>
              </a:gs>
              <a:gs pos="88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black-left-arrows_45468"/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 rot="19113277" flipH="1" flipV="1">
            <a:off x="5415419" y="2321817"/>
            <a:ext cx="609685" cy="334877"/>
          </a:xfrm>
          <a:custGeom>
            <a:avLst/>
            <a:gdLst>
              <a:gd name="T0" fmla="*/ 2334 w 6926"/>
              <a:gd name="T1" fmla="*/ 2675 h 3810"/>
              <a:gd name="T2" fmla="*/ 2455 w 6926"/>
              <a:gd name="T3" fmla="*/ 2641 h 3810"/>
              <a:gd name="T4" fmla="*/ 2866 w 6926"/>
              <a:gd name="T5" fmla="*/ 2543 h 3810"/>
              <a:gd name="T6" fmla="*/ 3094 w 6926"/>
              <a:gd name="T7" fmla="*/ 2498 h 3810"/>
              <a:gd name="T8" fmla="*/ 3212 w 6926"/>
              <a:gd name="T9" fmla="*/ 2476 h 3810"/>
              <a:gd name="T10" fmla="*/ 3332 w 6926"/>
              <a:gd name="T11" fmla="*/ 2458 h 3810"/>
              <a:gd name="T12" fmla="*/ 3835 w 6926"/>
              <a:gd name="T13" fmla="*/ 2399 h 3810"/>
              <a:gd name="T14" fmla="*/ 4357 w 6926"/>
              <a:gd name="T15" fmla="*/ 2381 h 3810"/>
              <a:gd name="T16" fmla="*/ 4488 w 6926"/>
              <a:gd name="T17" fmla="*/ 2383 h 3810"/>
              <a:gd name="T18" fmla="*/ 4619 w 6926"/>
              <a:gd name="T19" fmla="*/ 2390 h 3810"/>
              <a:gd name="T20" fmla="*/ 4878 w 6926"/>
              <a:gd name="T21" fmla="*/ 2412 h 3810"/>
              <a:gd name="T22" fmla="*/ 5132 w 6926"/>
              <a:gd name="T23" fmla="*/ 2449 h 3810"/>
              <a:gd name="T24" fmla="*/ 5376 w 6926"/>
              <a:gd name="T25" fmla="*/ 2502 h 3810"/>
              <a:gd name="T26" fmla="*/ 5830 w 6926"/>
              <a:gd name="T27" fmla="*/ 2650 h 3810"/>
              <a:gd name="T28" fmla="*/ 6219 w 6926"/>
              <a:gd name="T29" fmla="*/ 2843 h 3810"/>
              <a:gd name="T30" fmla="*/ 6385 w 6926"/>
              <a:gd name="T31" fmla="*/ 2949 h 3810"/>
              <a:gd name="T32" fmla="*/ 6527 w 6926"/>
              <a:gd name="T33" fmla="*/ 3056 h 3810"/>
              <a:gd name="T34" fmla="*/ 6648 w 6926"/>
              <a:gd name="T35" fmla="*/ 3159 h 3810"/>
              <a:gd name="T36" fmla="*/ 6749 w 6926"/>
              <a:gd name="T37" fmla="*/ 3251 h 3810"/>
              <a:gd name="T38" fmla="*/ 6926 w 6926"/>
              <a:gd name="T39" fmla="*/ 3443 h 3810"/>
              <a:gd name="T40" fmla="*/ 6820 w 6926"/>
              <a:gd name="T41" fmla="*/ 3200 h 3810"/>
              <a:gd name="T42" fmla="*/ 6753 w 6926"/>
              <a:gd name="T43" fmla="*/ 3076 h 3810"/>
              <a:gd name="T44" fmla="*/ 6668 w 6926"/>
              <a:gd name="T45" fmla="*/ 2932 h 3810"/>
              <a:gd name="T46" fmla="*/ 6561 w 6926"/>
              <a:gd name="T47" fmla="*/ 2771 h 3810"/>
              <a:gd name="T48" fmla="*/ 6428 w 6926"/>
              <a:gd name="T49" fmla="*/ 2602 h 3810"/>
              <a:gd name="T50" fmla="*/ 6085 w 6926"/>
              <a:gd name="T51" fmla="*/ 2252 h 3810"/>
              <a:gd name="T52" fmla="*/ 5644 w 6926"/>
              <a:gd name="T53" fmla="*/ 1914 h 3810"/>
              <a:gd name="T54" fmla="*/ 5392 w 6926"/>
              <a:gd name="T55" fmla="*/ 1760 h 3810"/>
              <a:gd name="T56" fmla="*/ 5123 w 6926"/>
              <a:gd name="T57" fmla="*/ 1619 h 3810"/>
              <a:gd name="T58" fmla="*/ 4842 w 6926"/>
              <a:gd name="T59" fmla="*/ 1492 h 3810"/>
              <a:gd name="T60" fmla="*/ 4698 w 6926"/>
              <a:gd name="T61" fmla="*/ 1433 h 3810"/>
              <a:gd name="T62" fmla="*/ 4552 w 6926"/>
              <a:gd name="T63" fmla="*/ 1380 h 3810"/>
              <a:gd name="T64" fmla="*/ 3961 w 6926"/>
              <a:gd name="T65" fmla="*/ 1195 h 3810"/>
              <a:gd name="T66" fmla="*/ 3377 w 6926"/>
              <a:gd name="T67" fmla="*/ 1064 h 3810"/>
              <a:gd name="T68" fmla="*/ 3235 w 6926"/>
              <a:gd name="T69" fmla="*/ 1038 h 3810"/>
              <a:gd name="T70" fmla="*/ 3095 w 6926"/>
              <a:gd name="T71" fmla="*/ 1015 h 3810"/>
              <a:gd name="T72" fmla="*/ 2823 w 6926"/>
              <a:gd name="T73" fmla="*/ 976 h 3810"/>
              <a:gd name="T74" fmla="*/ 2328 w 6926"/>
              <a:gd name="T75" fmla="*/ 926 h 3810"/>
              <a:gd name="T76" fmla="*/ 2325 w 6926"/>
              <a:gd name="T77" fmla="*/ 0 h 3810"/>
              <a:gd name="T78" fmla="*/ 0 w 6926"/>
              <a:gd name="T79" fmla="*/ 1913 h 3810"/>
              <a:gd name="T80" fmla="*/ 2338 w 6926"/>
              <a:gd name="T81" fmla="*/ 3810 h 3810"/>
              <a:gd name="T82" fmla="*/ 2334 w 6926"/>
              <a:gd name="T83" fmla="*/ 2675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2334" y="2675"/>
                </a:moveTo>
                <a:cubicBezTo>
                  <a:pt x="2373" y="2664"/>
                  <a:pt x="2413" y="2653"/>
                  <a:pt x="2455" y="2641"/>
                </a:cubicBezTo>
                <a:cubicBezTo>
                  <a:pt x="2581" y="2608"/>
                  <a:pt x="2719" y="2574"/>
                  <a:pt x="2866" y="2543"/>
                </a:cubicBezTo>
                <a:cubicBezTo>
                  <a:pt x="2940" y="2528"/>
                  <a:pt x="3016" y="2511"/>
                  <a:pt x="3094" y="2498"/>
                </a:cubicBezTo>
                <a:cubicBezTo>
                  <a:pt x="3133" y="2491"/>
                  <a:pt x="3172" y="2484"/>
                  <a:pt x="3212" y="2476"/>
                </a:cubicBezTo>
                <a:cubicBezTo>
                  <a:pt x="3252" y="2470"/>
                  <a:pt x="3292" y="2464"/>
                  <a:pt x="3332" y="2458"/>
                </a:cubicBezTo>
                <a:cubicBezTo>
                  <a:pt x="3495" y="2432"/>
                  <a:pt x="3663" y="2414"/>
                  <a:pt x="3835" y="2399"/>
                </a:cubicBezTo>
                <a:cubicBezTo>
                  <a:pt x="4007" y="2387"/>
                  <a:pt x="4183" y="2377"/>
                  <a:pt x="4357" y="2381"/>
                </a:cubicBezTo>
                <a:cubicBezTo>
                  <a:pt x="4400" y="2381"/>
                  <a:pt x="4445" y="2381"/>
                  <a:pt x="4488" y="2383"/>
                </a:cubicBezTo>
                <a:cubicBezTo>
                  <a:pt x="4532" y="2385"/>
                  <a:pt x="4575" y="2387"/>
                  <a:pt x="4619" y="2390"/>
                </a:cubicBezTo>
                <a:cubicBezTo>
                  <a:pt x="4707" y="2392"/>
                  <a:pt x="4791" y="2405"/>
                  <a:pt x="4878" y="2412"/>
                </a:cubicBezTo>
                <a:cubicBezTo>
                  <a:pt x="4964" y="2422"/>
                  <a:pt x="5047" y="2436"/>
                  <a:pt x="5132" y="2449"/>
                </a:cubicBezTo>
                <a:cubicBezTo>
                  <a:pt x="5213" y="2467"/>
                  <a:pt x="5297" y="2481"/>
                  <a:pt x="5376" y="2502"/>
                </a:cubicBezTo>
                <a:cubicBezTo>
                  <a:pt x="5536" y="2543"/>
                  <a:pt x="5689" y="2591"/>
                  <a:pt x="5830" y="2650"/>
                </a:cubicBezTo>
                <a:cubicBezTo>
                  <a:pt x="5972" y="2707"/>
                  <a:pt x="6102" y="2775"/>
                  <a:pt x="6219" y="2843"/>
                </a:cubicBezTo>
                <a:cubicBezTo>
                  <a:pt x="6276" y="2880"/>
                  <a:pt x="6333" y="2914"/>
                  <a:pt x="6385" y="2949"/>
                </a:cubicBezTo>
                <a:cubicBezTo>
                  <a:pt x="6435" y="2987"/>
                  <a:pt x="6483" y="3023"/>
                  <a:pt x="6527" y="3056"/>
                </a:cubicBezTo>
                <a:cubicBezTo>
                  <a:pt x="6574" y="3089"/>
                  <a:pt x="6611" y="3127"/>
                  <a:pt x="6648" y="3159"/>
                </a:cubicBezTo>
                <a:cubicBezTo>
                  <a:pt x="6685" y="3193"/>
                  <a:pt x="6718" y="3223"/>
                  <a:pt x="6749" y="3251"/>
                </a:cubicBezTo>
                <a:cubicBezTo>
                  <a:pt x="6861" y="3373"/>
                  <a:pt x="6926" y="3443"/>
                  <a:pt x="6926" y="3443"/>
                </a:cubicBezTo>
                <a:cubicBezTo>
                  <a:pt x="6926" y="3443"/>
                  <a:pt x="6887" y="3355"/>
                  <a:pt x="6820" y="3200"/>
                </a:cubicBezTo>
                <a:cubicBezTo>
                  <a:pt x="6800" y="3163"/>
                  <a:pt x="6777" y="3121"/>
                  <a:pt x="6753" y="3076"/>
                </a:cubicBezTo>
                <a:cubicBezTo>
                  <a:pt x="6727" y="3032"/>
                  <a:pt x="6703" y="2980"/>
                  <a:pt x="6668" y="2932"/>
                </a:cubicBezTo>
                <a:cubicBezTo>
                  <a:pt x="6635" y="2881"/>
                  <a:pt x="6599" y="2828"/>
                  <a:pt x="6561" y="2771"/>
                </a:cubicBezTo>
                <a:cubicBezTo>
                  <a:pt x="6521" y="2717"/>
                  <a:pt x="6475" y="2662"/>
                  <a:pt x="6428" y="2602"/>
                </a:cubicBezTo>
                <a:cubicBezTo>
                  <a:pt x="6331" y="2488"/>
                  <a:pt x="6217" y="2367"/>
                  <a:pt x="6085" y="2252"/>
                </a:cubicBezTo>
                <a:cubicBezTo>
                  <a:pt x="5954" y="2134"/>
                  <a:pt x="5805" y="2022"/>
                  <a:pt x="5644" y="1914"/>
                </a:cubicBezTo>
                <a:cubicBezTo>
                  <a:pt x="5563" y="1860"/>
                  <a:pt x="5478" y="1812"/>
                  <a:pt x="5392" y="1760"/>
                </a:cubicBezTo>
                <a:cubicBezTo>
                  <a:pt x="5304" y="1713"/>
                  <a:pt x="5215" y="1664"/>
                  <a:pt x="5123" y="1619"/>
                </a:cubicBezTo>
                <a:cubicBezTo>
                  <a:pt x="5031" y="1577"/>
                  <a:pt x="4938" y="1530"/>
                  <a:pt x="4842" y="1492"/>
                </a:cubicBezTo>
                <a:cubicBezTo>
                  <a:pt x="4794" y="1473"/>
                  <a:pt x="4746" y="1453"/>
                  <a:pt x="4698" y="1433"/>
                </a:cubicBezTo>
                <a:cubicBezTo>
                  <a:pt x="4650" y="1414"/>
                  <a:pt x="4601" y="1398"/>
                  <a:pt x="4552" y="1380"/>
                </a:cubicBezTo>
                <a:cubicBezTo>
                  <a:pt x="4357" y="1307"/>
                  <a:pt x="4159" y="1249"/>
                  <a:pt x="3961" y="1195"/>
                </a:cubicBezTo>
                <a:cubicBezTo>
                  <a:pt x="3764" y="1144"/>
                  <a:pt x="3568" y="1099"/>
                  <a:pt x="3377" y="1064"/>
                </a:cubicBezTo>
                <a:cubicBezTo>
                  <a:pt x="3329" y="1055"/>
                  <a:pt x="3282" y="1046"/>
                  <a:pt x="3235" y="1038"/>
                </a:cubicBezTo>
                <a:cubicBezTo>
                  <a:pt x="3188" y="1030"/>
                  <a:pt x="3141" y="1023"/>
                  <a:pt x="3095" y="1015"/>
                </a:cubicBezTo>
                <a:cubicBezTo>
                  <a:pt x="3002" y="1000"/>
                  <a:pt x="2912" y="989"/>
                  <a:pt x="2823" y="976"/>
                </a:cubicBezTo>
                <a:cubicBezTo>
                  <a:pt x="2648" y="954"/>
                  <a:pt x="2482" y="937"/>
                  <a:pt x="2328" y="926"/>
                </a:cubicBezTo>
                <a:lnTo>
                  <a:pt x="2325" y="0"/>
                </a:lnTo>
                <a:lnTo>
                  <a:pt x="0" y="1913"/>
                </a:lnTo>
                <a:lnTo>
                  <a:pt x="2338" y="3810"/>
                </a:lnTo>
                <a:lnTo>
                  <a:pt x="2334" y="2675"/>
                </a:lnTo>
                <a:close/>
              </a:path>
            </a:pathLst>
          </a:custGeom>
          <a:gradFill>
            <a:gsLst>
              <a:gs pos="31000">
                <a:schemeClr val="accent1"/>
              </a:gs>
              <a:gs pos="88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3956642"/>
            <a:ext cx="2772230" cy="6230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3562" y="1571502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学术背景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9" name="magnifier_67918"/>
          <p:cNvSpPr/>
          <p:nvPr/>
        </p:nvSpPr>
        <p:spPr>
          <a:xfrm>
            <a:off x="171676" y="1627557"/>
            <a:ext cx="288000" cy="288000"/>
          </a:xfrm>
          <a:custGeom>
            <a:avLst/>
            <a:gdLst>
              <a:gd name="T0" fmla="*/ 5248 w 5443"/>
              <a:gd name="T1" fmla="*/ 4539 h 5443"/>
              <a:gd name="T2" fmla="*/ 3723 w 5443"/>
              <a:gd name="T3" fmla="*/ 3014 h 5443"/>
              <a:gd name="T4" fmla="*/ 3416 w 5443"/>
              <a:gd name="T5" fmla="*/ 739 h 5443"/>
              <a:gd name="T6" fmla="*/ 739 w 5443"/>
              <a:gd name="T7" fmla="*/ 739 h 5443"/>
              <a:gd name="T8" fmla="*/ 739 w 5443"/>
              <a:gd name="T9" fmla="*/ 3416 h 5443"/>
              <a:gd name="T10" fmla="*/ 3014 w 5443"/>
              <a:gd name="T11" fmla="*/ 3723 h 5443"/>
              <a:gd name="T12" fmla="*/ 4539 w 5443"/>
              <a:gd name="T13" fmla="*/ 5248 h 5443"/>
              <a:gd name="T14" fmla="*/ 5248 w 5443"/>
              <a:gd name="T15" fmla="*/ 5248 h 5443"/>
              <a:gd name="T16" fmla="*/ 5248 w 5443"/>
              <a:gd name="T17" fmla="*/ 4539 h 5443"/>
              <a:gd name="T18" fmla="*/ 3039 w 5443"/>
              <a:gd name="T19" fmla="*/ 3039 h 5443"/>
              <a:gd name="T20" fmla="*/ 1116 w 5443"/>
              <a:gd name="T21" fmla="*/ 3039 h 5443"/>
              <a:gd name="T22" fmla="*/ 1116 w 5443"/>
              <a:gd name="T23" fmla="*/ 1116 h 5443"/>
              <a:gd name="T24" fmla="*/ 3039 w 5443"/>
              <a:gd name="T25" fmla="*/ 1116 h 5443"/>
              <a:gd name="T26" fmla="*/ 3039 w 5443"/>
              <a:gd name="T27" fmla="*/ 3039 h 5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43" h="5443">
                <a:moveTo>
                  <a:pt x="5248" y="4539"/>
                </a:moveTo>
                <a:lnTo>
                  <a:pt x="3723" y="3014"/>
                </a:lnTo>
                <a:cubicBezTo>
                  <a:pt x="4134" y="2292"/>
                  <a:pt x="4032" y="1354"/>
                  <a:pt x="3416" y="739"/>
                </a:cubicBezTo>
                <a:cubicBezTo>
                  <a:pt x="2678" y="0"/>
                  <a:pt x="1477" y="0"/>
                  <a:pt x="739" y="739"/>
                </a:cubicBezTo>
                <a:cubicBezTo>
                  <a:pt x="0" y="1477"/>
                  <a:pt x="0" y="2678"/>
                  <a:pt x="739" y="3416"/>
                </a:cubicBezTo>
                <a:cubicBezTo>
                  <a:pt x="1354" y="4032"/>
                  <a:pt x="2292" y="4134"/>
                  <a:pt x="3014" y="3723"/>
                </a:cubicBezTo>
                <a:lnTo>
                  <a:pt x="4539" y="5248"/>
                </a:lnTo>
                <a:cubicBezTo>
                  <a:pt x="4734" y="5443"/>
                  <a:pt x="5052" y="5443"/>
                  <a:pt x="5248" y="5248"/>
                </a:cubicBezTo>
                <a:cubicBezTo>
                  <a:pt x="5443" y="5052"/>
                  <a:pt x="5443" y="4734"/>
                  <a:pt x="5248" y="4539"/>
                </a:cubicBezTo>
                <a:close/>
                <a:moveTo>
                  <a:pt x="3039" y="3039"/>
                </a:moveTo>
                <a:cubicBezTo>
                  <a:pt x="2509" y="3569"/>
                  <a:pt x="1646" y="3569"/>
                  <a:pt x="1116" y="3039"/>
                </a:cubicBezTo>
                <a:cubicBezTo>
                  <a:pt x="585" y="2509"/>
                  <a:pt x="585" y="1646"/>
                  <a:pt x="1116" y="1116"/>
                </a:cubicBezTo>
                <a:cubicBezTo>
                  <a:pt x="1646" y="586"/>
                  <a:pt x="2509" y="586"/>
                  <a:pt x="3039" y="1116"/>
                </a:cubicBezTo>
                <a:cubicBezTo>
                  <a:pt x="3569" y="1646"/>
                  <a:pt x="3569" y="2509"/>
                  <a:pt x="3039" y="303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753563" y="2400224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科研经历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1" name="target_162761"/>
          <p:cNvSpPr/>
          <p:nvPr/>
        </p:nvSpPr>
        <p:spPr>
          <a:xfrm>
            <a:off x="222992" y="2456279"/>
            <a:ext cx="288000" cy="288000"/>
          </a:xfrm>
          <a:custGeom>
            <a:avLst/>
            <a:gdLst>
              <a:gd name="connsiteX0" fmla="*/ 302797 w 605592"/>
              <a:gd name="connsiteY0" fmla="*/ 234065 h 604604"/>
              <a:gd name="connsiteX1" fmla="*/ 371105 w 605592"/>
              <a:gd name="connsiteY1" fmla="*/ 302302 h 604604"/>
              <a:gd name="connsiteX2" fmla="*/ 302797 w 605592"/>
              <a:gd name="connsiteY2" fmla="*/ 370539 h 604604"/>
              <a:gd name="connsiteX3" fmla="*/ 234489 w 605592"/>
              <a:gd name="connsiteY3" fmla="*/ 302302 h 604604"/>
              <a:gd name="connsiteX4" fmla="*/ 302797 w 605592"/>
              <a:gd name="connsiteY4" fmla="*/ 234065 h 604604"/>
              <a:gd name="connsiteX5" fmla="*/ 302747 w 605592"/>
              <a:gd name="connsiteY5" fmla="*/ 168487 h 604604"/>
              <a:gd name="connsiteX6" fmla="*/ 168762 w 605592"/>
              <a:gd name="connsiteY6" fmla="*/ 302253 h 604604"/>
              <a:gd name="connsiteX7" fmla="*/ 302747 w 605592"/>
              <a:gd name="connsiteY7" fmla="*/ 436019 h 604604"/>
              <a:gd name="connsiteX8" fmla="*/ 436732 w 605592"/>
              <a:gd name="connsiteY8" fmla="*/ 302253 h 604604"/>
              <a:gd name="connsiteX9" fmla="*/ 302747 w 605592"/>
              <a:gd name="connsiteY9" fmla="*/ 168487 h 604604"/>
              <a:gd name="connsiteX10" fmla="*/ 302747 w 605592"/>
              <a:gd name="connsiteY10" fmla="*/ 0 h 604604"/>
              <a:gd name="connsiteX11" fmla="*/ 355356 w 605592"/>
              <a:gd name="connsiteY11" fmla="*/ 52425 h 604604"/>
              <a:gd name="connsiteX12" fmla="*/ 355356 w 605592"/>
              <a:gd name="connsiteY12" fmla="*/ 86555 h 604604"/>
              <a:gd name="connsiteX13" fmla="*/ 518798 w 605592"/>
              <a:gd name="connsiteY13" fmla="*/ 249828 h 604604"/>
              <a:gd name="connsiteX14" fmla="*/ 552983 w 605592"/>
              <a:gd name="connsiteY14" fmla="*/ 249828 h 604604"/>
              <a:gd name="connsiteX15" fmla="*/ 605592 w 605592"/>
              <a:gd name="connsiteY15" fmla="*/ 302253 h 604604"/>
              <a:gd name="connsiteX16" fmla="*/ 552983 w 605592"/>
              <a:gd name="connsiteY16" fmla="*/ 354776 h 604604"/>
              <a:gd name="connsiteX17" fmla="*/ 518798 w 605592"/>
              <a:gd name="connsiteY17" fmla="*/ 354776 h 604604"/>
              <a:gd name="connsiteX18" fmla="*/ 355356 w 605592"/>
              <a:gd name="connsiteY18" fmla="*/ 517951 h 604604"/>
              <a:gd name="connsiteX19" fmla="*/ 355356 w 605592"/>
              <a:gd name="connsiteY19" fmla="*/ 552081 h 604604"/>
              <a:gd name="connsiteX20" fmla="*/ 302747 w 605592"/>
              <a:gd name="connsiteY20" fmla="*/ 604604 h 604604"/>
              <a:gd name="connsiteX21" fmla="*/ 250237 w 605592"/>
              <a:gd name="connsiteY21" fmla="*/ 552081 h 604604"/>
              <a:gd name="connsiteX22" fmla="*/ 250237 w 605592"/>
              <a:gd name="connsiteY22" fmla="*/ 517951 h 604604"/>
              <a:gd name="connsiteX23" fmla="*/ 86696 w 605592"/>
              <a:gd name="connsiteY23" fmla="*/ 354776 h 604604"/>
              <a:gd name="connsiteX24" fmla="*/ 52510 w 605592"/>
              <a:gd name="connsiteY24" fmla="*/ 354776 h 604604"/>
              <a:gd name="connsiteX25" fmla="*/ 0 w 605592"/>
              <a:gd name="connsiteY25" fmla="*/ 302253 h 604604"/>
              <a:gd name="connsiteX26" fmla="*/ 52510 w 605592"/>
              <a:gd name="connsiteY26" fmla="*/ 249828 h 604604"/>
              <a:gd name="connsiteX27" fmla="*/ 86696 w 605592"/>
              <a:gd name="connsiteY27" fmla="*/ 249828 h 604604"/>
              <a:gd name="connsiteX28" fmla="*/ 250237 w 605592"/>
              <a:gd name="connsiteY28" fmla="*/ 86555 h 604604"/>
              <a:gd name="connsiteX29" fmla="*/ 250237 w 605592"/>
              <a:gd name="connsiteY29" fmla="*/ 52425 h 604604"/>
              <a:gd name="connsiteX30" fmla="*/ 302747 w 605592"/>
              <a:gd name="connsiteY30" fmla="*/ 0 h 60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5592" h="604604">
                <a:moveTo>
                  <a:pt x="302797" y="234065"/>
                </a:moveTo>
                <a:cubicBezTo>
                  <a:pt x="340522" y="234065"/>
                  <a:pt x="371105" y="264616"/>
                  <a:pt x="371105" y="302302"/>
                </a:cubicBezTo>
                <a:cubicBezTo>
                  <a:pt x="371105" y="339988"/>
                  <a:pt x="340522" y="370539"/>
                  <a:pt x="302797" y="370539"/>
                </a:cubicBezTo>
                <a:cubicBezTo>
                  <a:pt x="265072" y="370539"/>
                  <a:pt x="234489" y="339988"/>
                  <a:pt x="234489" y="302302"/>
                </a:cubicBezTo>
                <a:cubicBezTo>
                  <a:pt x="234489" y="264616"/>
                  <a:pt x="265072" y="234065"/>
                  <a:pt x="302797" y="234065"/>
                </a:cubicBezTo>
                <a:close/>
                <a:moveTo>
                  <a:pt x="302747" y="168487"/>
                </a:moveTo>
                <a:cubicBezTo>
                  <a:pt x="229153" y="168487"/>
                  <a:pt x="168762" y="228288"/>
                  <a:pt x="168762" y="302253"/>
                </a:cubicBezTo>
                <a:cubicBezTo>
                  <a:pt x="168762" y="376021"/>
                  <a:pt x="228858" y="436019"/>
                  <a:pt x="302747" y="436019"/>
                </a:cubicBezTo>
                <a:cubicBezTo>
                  <a:pt x="376636" y="436019"/>
                  <a:pt x="436732" y="376021"/>
                  <a:pt x="436732" y="302253"/>
                </a:cubicBezTo>
                <a:cubicBezTo>
                  <a:pt x="436732" y="228583"/>
                  <a:pt x="376734" y="168487"/>
                  <a:pt x="302747" y="168487"/>
                </a:cubicBezTo>
                <a:close/>
                <a:moveTo>
                  <a:pt x="302747" y="0"/>
                </a:moveTo>
                <a:cubicBezTo>
                  <a:pt x="331810" y="0"/>
                  <a:pt x="355356" y="23507"/>
                  <a:pt x="355356" y="52425"/>
                </a:cubicBezTo>
                <a:lnTo>
                  <a:pt x="355356" y="86555"/>
                </a:lnTo>
                <a:cubicBezTo>
                  <a:pt x="435944" y="106029"/>
                  <a:pt x="499291" y="169372"/>
                  <a:pt x="518798" y="249828"/>
                </a:cubicBezTo>
                <a:lnTo>
                  <a:pt x="552983" y="249828"/>
                </a:lnTo>
                <a:cubicBezTo>
                  <a:pt x="582046" y="249828"/>
                  <a:pt x="605592" y="273336"/>
                  <a:pt x="605592" y="302253"/>
                </a:cubicBezTo>
                <a:cubicBezTo>
                  <a:pt x="605592" y="331268"/>
                  <a:pt x="582046" y="354776"/>
                  <a:pt x="552983" y="354776"/>
                </a:cubicBezTo>
                <a:lnTo>
                  <a:pt x="518798" y="354776"/>
                </a:lnTo>
                <a:cubicBezTo>
                  <a:pt x="499291" y="435232"/>
                  <a:pt x="435944" y="498476"/>
                  <a:pt x="355356" y="517951"/>
                </a:cubicBezTo>
                <a:lnTo>
                  <a:pt x="355356" y="552081"/>
                </a:lnTo>
                <a:cubicBezTo>
                  <a:pt x="355356" y="581097"/>
                  <a:pt x="331810" y="604604"/>
                  <a:pt x="302747" y="604604"/>
                </a:cubicBezTo>
                <a:cubicBezTo>
                  <a:pt x="273783" y="604604"/>
                  <a:pt x="250237" y="581097"/>
                  <a:pt x="250237" y="552081"/>
                </a:cubicBezTo>
                <a:lnTo>
                  <a:pt x="250237" y="517951"/>
                </a:lnTo>
                <a:cubicBezTo>
                  <a:pt x="169648" y="498476"/>
                  <a:pt x="106202" y="435232"/>
                  <a:pt x="86696" y="354776"/>
                </a:cubicBezTo>
                <a:lnTo>
                  <a:pt x="52510" y="354776"/>
                </a:lnTo>
                <a:cubicBezTo>
                  <a:pt x="23546" y="354776"/>
                  <a:pt x="0" y="331268"/>
                  <a:pt x="0" y="302253"/>
                </a:cubicBezTo>
                <a:cubicBezTo>
                  <a:pt x="0" y="273336"/>
                  <a:pt x="23546" y="249828"/>
                  <a:pt x="52510" y="249828"/>
                </a:cubicBezTo>
                <a:lnTo>
                  <a:pt x="86696" y="249828"/>
                </a:lnTo>
                <a:cubicBezTo>
                  <a:pt x="106202" y="169372"/>
                  <a:pt x="169648" y="106029"/>
                  <a:pt x="250237" y="86555"/>
                </a:cubicBezTo>
                <a:lnTo>
                  <a:pt x="250237" y="52425"/>
                </a:lnTo>
                <a:cubicBezTo>
                  <a:pt x="250237" y="23507"/>
                  <a:pt x="273783" y="0"/>
                  <a:pt x="302747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1"/>
          <p:cNvSpPr txBox="1"/>
          <p:nvPr/>
        </p:nvSpPr>
        <p:spPr>
          <a:xfrm>
            <a:off x="753563" y="3228946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实践经历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5" name="sitemaps_92650"/>
          <p:cNvSpPr/>
          <p:nvPr/>
        </p:nvSpPr>
        <p:spPr>
          <a:xfrm>
            <a:off x="222992" y="3285001"/>
            <a:ext cx="288000" cy="288000"/>
          </a:xfrm>
          <a:custGeom>
            <a:avLst/>
            <a:gdLst>
              <a:gd name="T0" fmla="*/ 4199 w 4494"/>
              <a:gd name="T1" fmla="*/ 3838 h 4712"/>
              <a:gd name="T2" fmla="*/ 3932 w 4494"/>
              <a:gd name="T3" fmla="*/ 2881 h 4712"/>
              <a:gd name="T4" fmla="*/ 2447 w 4494"/>
              <a:gd name="T5" fmla="*/ 2438 h 4712"/>
              <a:gd name="T6" fmla="*/ 3263 w 4494"/>
              <a:gd name="T7" fmla="*/ 2440 h 4712"/>
              <a:gd name="T8" fmla="*/ 3263 w 4494"/>
              <a:gd name="T9" fmla="*/ 897 h 4712"/>
              <a:gd name="T10" fmla="*/ 2194 w 4494"/>
              <a:gd name="T11" fmla="*/ 0 h 4712"/>
              <a:gd name="T12" fmla="*/ 460 w 4494"/>
              <a:gd name="T13" fmla="*/ 1619 h 4712"/>
              <a:gd name="T14" fmla="*/ 2047 w 4494"/>
              <a:gd name="T15" fmla="*/ 2438 h 4712"/>
              <a:gd name="T16" fmla="*/ 562 w 4494"/>
              <a:gd name="T17" fmla="*/ 2881 h 4712"/>
              <a:gd name="T18" fmla="*/ 296 w 4494"/>
              <a:gd name="T19" fmla="*/ 3838 h 4712"/>
              <a:gd name="T20" fmla="*/ 0 w 4494"/>
              <a:gd name="T21" fmla="*/ 3971 h 4712"/>
              <a:gd name="T22" fmla="*/ 134 w 4494"/>
              <a:gd name="T23" fmla="*/ 4712 h 4712"/>
              <a:gd name="T24" fmla="*/ 991 w 4494"/>
              <a:gd name="T25" fmla="*/ 4579 h 4712"/>
              <a:gd name="T26" fmla="*/ 858 w 4494"/>
              <a:gd name="T27" fmla="*/ 3838 h 4712"/>
              <a:gd name="T28" fmla="*/ 696 w 4494"/>
              <a:gd name="T29" fmla="*/ 3281 h 4712"/>
              <a:gd name="T30" fmla="*/ 2047 w 4494"/>
              <a:gd name="T31" fmla="*/ 3838 h 4712"/>
              <a:gd name="T32" fmla="*/ 1752 w 4494"/>
              <a:gd name="T33" fmla="*/ 3971 h 4712"/>
              <a:gd name="T34" fmla="*/ 1885 w 4494"/>
              <a:gd name="T35" fmla="*/ 4712 h 4712"/>
              <a:gd name="T36" fmla="*/ 2742 w 4494"/>
              <a:gd name="T37" fmla="*/ 4579 h 4712"/>
              <a:gd name="T38" fmla="*/ 2609 w 4494"/>
              <a:gd name="T39" fmla="*/ 3838 h 4712"/>
              <a:gd name="T40" fmla="*/ 2447 w 4494"/>
              <a:gd name="T41" fmla="*/ 3281 h 4712"/>
              <a:gd name="T42" fmla="*/ 3799 w 4494"/>
              <a:gd name="T43" fmla="*/ 3838 h 4712"/>
              <a:gd name="T44" fmla="*/ 3503 w 4494"/>
              <a:gd name="T45" fmla="*/ 3971 h 4712"/>
              <a:gd name="T46" fmla="*/ 3637 w 4494"/>
              <a:gd name="T47" fmla="*/ 4712 h 4712"/>
              <a:gd name="T48" fmla="*/ 4494 w 4494"/>
              <a:gd name="T49" fmla="*/ 4579 h 4712"/>
              <a:gd name="T50" fmla="*/ 4360 w 4494"/>
              <a:gd name="T51" fmla="*/ 3838 h 4712"/>
              <a:gd name="T52" fmla="*/ 1278 w 4494"/>
              <a:gd name="T53" fmla="*/ 1201 h 4712"/>
              <a:gd name="T54" fmla="*/ 1288 w 4494"/>
              <a:gd name="T55" fmla="*/ 1201 h 4712"/>
              <a:gd name="T56" fmla="*/ 1311 w 4494"/>
              <a:gd name="T57" fmla="*/ 1202 h 4712"/>
              <a:gd name="T58" fmla="*/ 2194 w 4494"/>
              <a:gd name="T59" fmla="*/ 400 h 4712"/>
              <a:gd name="T60" fmla="*/ 2858 w 4494"/>
              <a:gd name="T61" fmla="*/ 1073 h 4712"/>
              <a:gd name="T62" fmla="*/ 2915 w 4494"/>
              <a:gd name="T63" fmla="*/ 1252 h 4712"/>
              <a:gd name="T64" fmla="*/ 3148 w 4494"/>
              <a:gd name="T65" fmla="*/ 1315 h 4712"/>
              <a:gd name="T66" fmla="*/ 3634 w 4494"/>
              <a:gd name="T67" fmla="*/ 1668 h 4712"/>
              <a:gd name="T68" fmla="*/ 2832 w 4494"/>
              <a:gd name="T69" fmla="*/ 2039 h 4712"/>
              <a:gd name="T70" fmla="*/ 1278 w 4494"/>
              <a:gd name="T71" fmla="*/ 2038 h 4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94" h="4712">
                <a:moveTo>
                  <a:pt x="4360" y="3838"/>
                </a:moveTo>
                <a:lnTo>
                  <a:pt x="4199" y="3838"/>
                </a:lnTo>
                <a:lnTo>
                  <a:pt x="4199" y="3148"/>
                </a:lnTo>
                <a:cubicBezTo>
                  <a:pt x="4199" y="3001"/>
                  <a:pt x="4079" y="2881"/>
                  <a:pt x="3932" y="2881"/>
                </a:cubicBezTo>
                <a:lnTo>
                  <a:pt x="2447" y="2881"/>
                </a:lnTo>
                <a:lnTo>
                  <a:pt x="2447" y="2438"/>
                </a:lnTo>
                <a:cubicBezTo>
                  <a:pt x="2520" y="2438"/>
                  <a:pt x="2675" y="2438"/>
                  <a:pt x="2831" y="2439"/>
                </a:cubicBezTo>
                <a:cubicBezTo>
                  <a:pt x="3043" y="2439"/>
                  <a:pt x="3256" y="2440"/>
                  <a:pt x="3263" y="2440"/>
                </a:cubicBezTo>
                <a:cubicBezTo>
                  <a:pt x="3688" y="2440"/>
                  <a:pt x="4034" y="2094"/>
                  <a:pt x="4034" y="1668"/>
                </a:cubicBezTo>
                <a:cubicBezTo>
                  <a:pt x="4034" y="1243"/>
                  <a:pt x="3688" y="897"/>
                  <a:pt x="3263" y="897"/>
                </a:cubicBezTo>
                <a:cubicBezTo>
                  <a:pt x="3257" y="897"/>
                  <a:pt x="3251" y="897"/>
                  <a:pt x="3245" y="897"/>
                </a:cubicBezTo>
                <a:cubicBezTo>
                  <a:pt x="3165" y="389"/>
                  <a:pt x="2724" y="0"/>
                  <a:pt x="2194" y="0"/>
                </a:cubicBezTo>
                <a:cubicBezTo>
                  <a:pt x="1698" y="0"/>
                  <a:pt x="1276" y="339"/>
                  <a:pt x="1161" y="809"/>
                </a:cubicBezTo>
                <a:cubicBezTo>
                  <a:pt x="765" y="866"/>
                  <a:pt x="460" y="1208"/>
                  <a:pt x="460" y="1619"/>
                </a:cubicBezTo>
                <a:cubicBezTo>
                  <a:pt x="460" y="2071"/>
                  <a:pt x="827" y="2438"/>
                  <a:pt x="1278" y="2438"/>
                </a:cubicBezTo>
                <a:lnTo>
                  <a:pt x="2047" y="2438"/>
                </a:lnTo>
                <a:lnTo>
                  <a:pt x="2047" y="2881"/>
                </a:lnTo>
                <a:lnTo>
                  <a:pt x="562" y="2881"/>
                </a:lnTo>
                <a:cubicBezTo>
                  <a:pt x="415" y="2881"/>
                  <a:pt x="296" y="3001"/>
                  <a:pt x="296" y="3148"/>
                </a:cubicBezTo>
                <a:lnTo>
                  <a:pt x="296" y="3838"/>
                </a:lnTo>
                <a:lnTo>
                  <a:pt x="134" y="3838"/>
                </a:lnTo>
                <a:cubicBezTo>
                  <a:pt x="60" y="3838"/>
                  <a:pt x="0" y="3897"/>
                  <a:pt x="0" y="3971"/>
                </a:cubicBezTo>
                <a:lnTo>
                  <a:pt x="0" y="4579"/>
                </a:lnTo>
                <a:cubicBezTo>
                  <a:pt x="0" y="4652"/>
                  <a:pt x="60" y="4712"/>
                  <a:pt x="134" y="4712"/>
                </a:cubicBezTo>
                <a:lnTo>
                  <a:pt x="858" y="4712"/>
                </a:lnTo>
                <a:cubicBezTo>
                  <a:pt x="931" y="4712"/>
                  <a:pt x="991" y="4652"/>
                  <a:pt x="991" y="4579"/>
                </a:cubicBezTo>
                <a:lnTo>
                  <a:pt x="991" y="3971"/>
                </a:lnTo>
                <a:cubicBezTo>
                  <a:pt x="991" y="3897"/>
                  <a:pt x="931" y="3838"/>
                  <a:pt x="858" y="3838"/>
                </a:cubicBezTo>
                <a:lnTo>
                  <a:pt x="696" y="3838"/>
                </a:lnTo>
                <a:lnTo>
                  <a:pt x="696" y="3281"/>
                </a:lnTo>
                <a:lnTo>
                  <a:pt x="2047" y="3281"/>
                </a:lnTo>
                <a:lnTo>
                  <a:pt x="2047" y="3838"/>
                </a:lnTo>
                <a:lnTo>
                  <a:pt x="1885" y="3838"/>
                </a:lnTo>
                <a:cubicBezTo>
                  <a:pt x="1812" y="3838"/>
                  <a:pt x="1752" y="3897"/>
                  <a:pt x="1752" y="3971"/>
                </a:cubicBezTo>
                <a:lnTo>
                  <a:pt x="1752" y="4579"/>
                </a:lnTo>
                <a:cubicBezTo>
                  <a:pt x="1752" y="4652"/>
                  <a:pt x="1812" y="4712"/>
                  <a:pt x="1885" y="4712"/>
                </a:cubicBezTo>
                <a:lnTo>
                  <a:pt x="2609" y="4712"/>
                </a:lnTo>
                <a:cubicBezTo>
                  <a:pt x="2682" y="4712"/>
                  <a:pt x="2742" y="4652"/>
                  <a:pt x="2742" y="4579"/>
                </a:cubicBezTo>
                <a:lnTo>
                  <a:pt x="2742" y="3971"/>
                </a:lnTo>
                <a:cubicBezTo>
                  <a:pt x="2742" y="3897"/>
                  <a:pt x="2682" y="3838"/>
                  <a:pt x="2609" y="3838"/>
                </a:cubicBezTo>
                <a:lnTo>
                  <a:pt x="2447" y="3838"/>
                </a:lnTo>
                <a:lnTo>
                  <a:pt x="2447" y="3281"/>
                </a:lnTo>
                <a:lnTo>
                  <a:pt x="3799" y="3281"/>
                </a:lnTo>
                <a:lnTo>
                  <a:pt x="3799" y="3838"/>
                </a:lnTo>
                <a:lnTo>
                  <a:pt x="3637" y="3838"/>
                </a:lnTo>
                <a:cubicBezTo>
                  <a:pt x="3563" y="3838"/>
                  <a:pt x="3503" y="3897"/>
                  <a:pt x="3503" y="3971"/>
                </a:cubicBezTo>
                <a:lnTo>
                  <a:pt x="3503" y="4579"/>
                </a:lnTo>
                <a:cubicBezTo>
                  <a:pt x="3503" y="4652"/>
                  <a:pt x="3563" y="4712"/>
                  <a:pt x="3637" y="4712"/>
                </a:cubicBezTo>
                <a:lnTo>
                  <a:pt x="4360" y="4712"/>
                </a:lnTo>
                <a:cubicBezTo>
                  <a:pt x="4434" y="4712"/>
                  <a:pt x="4494" y="4652"/>
                  <a:pt x="4494" y="4579"/>
                </a:cubicBezTo>
                <a:lnTo>
                  <a:pt x="4494" y="3971"/>
                </a:lnTo>
                <a:cubicBezTo>
                  <a:pt x="4494" y="3897"/>
                  <a:pt x="4434" y="3838"/>
                  <a:pt x="4360" y="3838"/>
                </a:cubicBezTo>
                <a:close/>
                <a:moveTo>
                  <a:pt x="860" y="1619"/>
                </a:moveTo>
                <a:cubicBezTo>
                  <a:pt x="860" y="1389"/>
                  <a:pt x="1048" y="1201"/>
                  <a:pt x="1278" y="1201"/>
                </a:cubicBezTo>
                <a:lnTo>
                  <a:pt x="1283" y="1201"/>
                </a:lnTo>
                <a:cubicBezTo>
                  <a:pt x="1284" y="1201"/>
                  <a:pt x="1286" y="1201"/>
                  <a:pt x="1288" y="1201"/>
                </a:cubicBezTo>
                <a:cubicBezTo>
                  <a:pt x="1288" y="1201"/>
                  <a:pt x="1289" y="1201"/>
                  <a:pt x="1290" y="1201"/>
                </a:cubicBezTo>
                <a:cubicBezTo>
                  <a:pt x="1297" y="1202"/>
                  <a:pt x="1304" y="1202"/>
                  <a:pt x="1311" y="1202"/>
                </a:cubicBezTo>
                <a:cubicBezTo>
                  <a:pt x="1408" y="1202"/>
                  <a:pt x="1519" y="1136"/>
                  <a:pt x="1534" y="992"/>
                </a:cubicBezTo>
                <a:cubicBezTo>
                  <a:pt x="1571" y="654"/>
                  <a:pt x="1854" y="400"/>
                  <a:pt x="2194" y="400"/>
                </a:cubicBezTo>
                <a:cubicBezTo>
                  <a:pt x="2560" y="400"/>
                  <a:pt x="2858" y="698"/>
                  <a:pt x="2858" y="1064"/>
                </a:cubicBezTo>
                <a:lnTo>
                  <a:pt x="2858" y="1073"/>
                </a:lnTo>
                <a:cubicBezTo>
                  <a:pt x="2858" y="1074"/>
                  <a:pt x="2858" y="1076"/>
                  <a:pt x="2858" y="1078"/>
                </a:cubicBezTo>
                <a:cubicBezTo>
                  <a:pt x="2853" y="1144"/>
                  <a:pt x="2873" y="1205"/>
                  <a:pt x="2915" y="1252"/>
                </a:cubicBezTo>
                <a:cubicBezTo>
                  <a:pt x="2957" y="1299"/>
                  <a:pt x="3017" y="1325"/>
                  <a:pt x="3080" y="1325"/>
                </a:cubicBezTo>
                <a:cubicBezTo>
                  <a:pt x="3103" y="1325"/>
                  <a:pt x="3126" y="1322"/>
                  <a:pt x="3148" y="1315"/>
                </a:cubicBezTo>
                <a:cubicBezTo>
                  <a:pt x="3185" y="1303"/>
                  <a:pt x="3224" y="1297"/>
                  <a:pt x="3263" y="1297"/>
                </a:cubicBezTo>
                <a:cubicBezTo>
                  <a:pt x="3468" y="1297"/>
                  <a:pt x="3634" y="1463"/>
                  <a:pt x="3634" y="1668"/>
                </a:cubicBezTo>
                <a:cubicBezTo>
                  <a:pt x="3634" y="1873"/>
                  <a:pt x="3468" y="2040"/>
                  <a:pt x="3263" y="2040"/>
                </a:cubicBezTo>
                <a:cubicBezTo>
                  <a:pt x="3255" y="2040"/>
                  <a:pt x="3043" y="2039"/>
                  <a:pt x="2832" y="2039"/>
                </a:cubicBezTo>
                <a:cubicBezTo>
                  <a:pt x="2621" y="2038"/>
                  <a:pt x="2411" y="2038"/>
                  <a:pt x="2405" y="2038"/>
                </a:cubicBezTo>
                <a:lnTo>
                  <a:pt x="1278" y="2038"/>
                </a:lnTo>
                <a:cubicBezTo>
                  <a:pt x="1048" y="2038"/>
                  <a:pt x="860" y="1850"/>
                  <a:pt x="860" y="16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文本框 46"/>
          <p:cNvSpPr txBox="1"/>
          <p:nvPr/>
        </p:nvSpPr>
        <p:spPr>
          <a:xfrm>
            <a:off x="607513" y="4057668"/>
            <a:ext cx="1643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000" b="1" spc="3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研究生规划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8" name="iconfont-1124-715281"/>
          <p:cNvSpPr/>
          <p:nvPr/>
        </p:nvSpPr>
        <p:spPr>
          <a:xfrm>
            <a:off x="222992" y="4113723"/>
            <a:ext cx="288000" cy="288000"/>
          </a:xfrm>
          <a:custGeom>
            <a:avLst/>
            <a:gdLst>
              <a:gd name="T0" fmla="*/ 5334 w 8534"/>
              <a:gd name="T1" fmla="*/ 0 h 10666"/>
              <a:gd name="T2" fmla="*/ 1067 w 8534"/>
              <a:gd name="T3" fmla="*/ 0 h 10666"/>
              <a:gd name="T4" fmla="*/ 6 w 8534"/>
              <a:gd name="T5" fmla="*/ 1066 h 10666"/>
              <a:gd name="T6" fmla="*/ 0 w 8534"/>
              <a:gd name="T7" fmla="*/ 9600 h 10666"/>
              <a:gd name="T8" fmla="*/ 1062 w 8534"/>
              <a:gd name="T9" fmla="*/ 10666 h 10666"/>
              <a:gd name="T10" fmla="*/ 7467 w 8534"/>
              <a:gd name="T11" fmla="*/ 10666 h 10666"/>
              <a:gd name="T12" fmla="*/ 8534 w 8534"/>
              <a:gd name="T13" fmla="*/ 9600 h 10666"/>
              <a:gd name="T14" fmla="*/ 8534 w 8534"/>
              <a:gd name="T15" fmla="*/ 3200 h 10666"/>
              <a:gd name="T16" fmla="*/ 5334 w 8534"/>
              <a:gd name="T17" fmla="*/ 0 h 10666"/>
              <a:gd name="T18" fmla="*/ 6400 w 8534"/>
              <a:gd name="T19" fmla="*/ 8533 h 10666"/>
              <a:gd name="T20" fmla="*/ 2134 w 8534"/>
              <a:gd name="T21" fmla="*/ 8533 h 10666"/>
              <a:gd name="T22" fmla="*/ 2134 w 8534"/>
              <a:gd name="T23" fmla="*/ 7466 h 10666"/>
              <a:gd name="T24" fmla="*/ 6400 w 8534"/>
              <a:gd name="T25" fmla="*/ 7466 h 10666"/>
              <a:gd name="T26" fmla="*/ 6400 w 8534"/>
              <a:gd name="T27" fmla="*/ 8533 h 10666"/>
              <a:gd name="T28" fmla="*/ 6400 w 8534"/>
              <a:gd name="T29" fmla="*/ 6400 h 10666"/>
              <a:gd name="T30" fmla="*/ 2134 w 8534"/>
              <a:gd name="T31" fmla="*/ 6400 h 10666"/>
              <a:gd name="T32" fmla="*/ 2134 w 8534"/>
              <a:gd name="T33" fmla="*/ 5333 h 10666"/>
              <a:gd name="T34" fmla="*/ 6400 w 8534"/>
              <a:gd name="T35" fmla="*/ 5333 h 10666"/>
              <a:gd name="T36" fmla="*/ 6400 w 8534"/>
              <a:gd name="T37" fmla="*/ 6400 h 10666"/>
              <a:gd name="T38" fmla="*/ 4800 w 8534"/>
              <a:gd name="T39" fmla="*/ 3733 h 10666"/>
              <a:gd name="T40" fmla="*/ 4800 w 8534"/>
              <a:gd name="T41" fmla="*/ 800 h 10666"/>
              <a:gd name="T42" fmla="*/ 7734 w 8534"/>
              <a:gd name="T43" fmla="*/ 3733 h 10666"/>
              <a:gd name="T44" fmla="*/ 4800 w 8534"/>
              <a:gd name="T45" fmla="*/ 3733 h 10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534" h="10666">
                <a:moveTo>
                  <a:pt x="5334" y="0"/>
                </a:moveTo>
                <a:lnTo>
                  <a:pt x="1067" y="0"/>
                </a:lnTo>
                <a:cubicBezTo>
                  <a:pt x="480" y="0"/>
                  <a:pt x="6" y="480"/>
                  <a:pt x="6" y="1066"/>
                </a:cubicBezTo>
                <a:lnTo>
                  <a:pt x="0" y="9600"/>
                </a:lnTo>
                <a:cubicBezTo>
                  <a:pt x="0" y="10186"/>
                  <a:pt x="475" y="10666"/>
                  <a:pt x="1062" y="10666"/>
                </a:cubicBezTo>
                <a:lnTo>
                  <a:pt x="7467" y="10666"/>
                </a:lnTo>
                <a:cubicBezTo>
                  <a:pt x="8054" y="10666"/>
                  <a:pt x="8534" y="10186"/>
                  <a:pt x="8534" y="9600"/>
                </a:cubicBezTo>
                <a:lnTo>
                  <a:pt x="8534" y="3200"/>
                </a:lnTo>
                <a:lnTo>
                  <a:pt x="5334" y="0"/>
                </a:lnTo>
                <a:close/>
                <a:moveTo>
                  <a:pt x="6400" y="8533"/>
                </a:moveTo>
                <a:lnTo>
                  <a:pt x="2134" y="8533"/>
                </a:lnTo>
                <a:lnTo>
                  <a:pt x="2134" y="7466"/>
                </a:lnTo>
                <a:lnTo>
                  <a:pt x="6400" y="7466"/>
                </a:lnTo>
                <a:lnTo>
                  <a:pt x="6400" y="8533"/>
                </a:lnTo>
                <a:close/>
                <a:moveTo>
                  <a:pt x="6400" y="6400"/>
                </a:moveTo>
                <a:lnTo>
                  <a:pt x="2134" y="6400"/>
                </a:lnTo>
                <a:lnTo>
                  <a:pt x="2134" y="5333"/>
                </a:lnTo>
                <a:lnTo>
                  <a:pt x="6400" y="5333"/>
                </a:lnTo>
                <a:lnTo>
                  <a:pt x="6400" y="6400"/>
                </a:lnTo>
                <a:close/>
                <a:moveTo>
                  <a:pt x="4800" y="3733"/>
                </a:moveTo>
                <a:lnTo>
                  <a:pt x="4800" y="800"/>
                </a:lnTo>
                <a:lnTo>
                  <a:pt x="7734" y="3733"/>
                </a:lnTo>
                <a:lnTo>
                  <a:pt x="4800" y="3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等腰三角形 52"/>
          <p:cNvSpPr/>
          <p:nvPr/>
        </p:nvSpPr>
        <p:spPr>
          <a:xfrm rot="5400000" flipH="1">
            <a:off x="2513855" y="4472423"/>
            <a:ext cx="157935" cy="36334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 rot="5400000">
            <a:off x="3153436" y="459306"/>
            <a:ext cx="318595" cy="2746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3479087" y="365798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研究生规划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014980" y="3268345"/>
            <a:ext cx="2261870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630018"/>
                </a:gs>
                <a:gs pos="45000">
                  <a:srgbClr val="94262A"/>
                </a:gs>
                <a:gs pos="86000">
                  <a:srgbClr val="FFFFFF"/>
                </a:gs>
              </a:gsLst>
              <a:lin ang="486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009265" y="3268345"/>
            <a:ext cx="2261870" cy="23971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F348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入学前</a:t>
            </a:r>
            <a:endParaRPr lang="zh-CN" altLang="en-US" sz="1600" spc="120" dirty="0">
              <a:solidFill>
                <a:srgbClr val="1F3484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精读文献，深入了解导师及课题组的研究方向。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学习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XX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XX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XX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等研究方法。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提前进组实习，掌握更多科研技能。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534275" y="1757045"/>
            <a:ext cx="2261870" cy="347916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F348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研二</a:t>
            </a:r>
            <a:endParaRPr lang="zh-CN" altLang="en-US" sz="1600" spc="120" dirty="0">
              <a:solidFill>
                <a:srgbClr val="1F3484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继续论文的撰写、投稿与发表工作，力争在顶刊发表研究成果。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持续整理和总结研究成果，通过中期考核。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确定毕业论文选题及研究框架，完成毕业论文开题工作。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278120" y="2531110"/>
            <a:ext cx="2261870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630018"/>
                </a:gs>
                <a:gs pos="45000">
                  <a:srgbClr val="94262A"/>
                </a:gs>
                <a:gs pos="8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276850" y="2531110"/>
            <a:ext cx="2261870" cy="23977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F348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研一</a:t>
            </a:r>
            <a:endParaRPr lang="zh-CN" altLang="en-US" sz="1600" spc="120" dirty="0">
              <a:solidFill>
                <a:srgbClr val="1F3484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确定论文选题、研究内容、研究思路，准备开题相关工作。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全身心投入论文的撰写、投稿与修改工作。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争取完成1篇科研论文的发表。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7538720" y="1757045"/>
            <a:ext cx="2261870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630018"/>
                </a:gs>
                <a:gs pos="45000">
                  <a:srgbClr val="94262A"/>
                </a:gs>
                <a:gs pos="86000">
                  <a:srgbClr val="FFFFFF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9800590" y="998220"/>
            <a:ext cx="2261870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630018"/>
                </a:gs>
                <a:gs pos="45000">
                  <a:srgbClr val="94262A"/>
                </a:gs>
                <a:gs pos="86000">
                  <a:srgbClr val="FFFFFF"/>
                </a:gs>
              </a:gsLst>
              <a:lin ang="474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9819640" y="1016000"/>
            <a:ext cx="2261870" cy="29895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F348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研三</a:t>
            </a:r>
            <a:endParaRPr lang="zh-CN" altLang="en-US" sz="2000" b="1" spc="120" dirty="0">
              <a:solidFill>
                <a:srgbClr val="1F3484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对硕士期间的研究内容进行系统、全面的总结。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完成硕士学位论文的撰写，通过毕业答辩。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申请博士，为进一步深造做好准备。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6015"/>
            <a:ext cx="12192000" cy="2467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2406529" y="2644342"/>
            <a:ext cx="7378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spc="300" dirty="0">
                <a:solidFill>
                  <a:schemeClr val="bg1"/>
                </a:solidFill>
                <a:latin typeface="+mj-ea"/>
                <a:ea typeface="+mj-ea"/>
              </a:rPr>
              <a:t>恳请各位老师批评指正！</a:t>
            </a:r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14" name="组合 213"/>
          <p:cNvGrpSpPr/>
          <p:nvPr/>
        </p:nvGrpSpPr>
        <p:grpSpPr>
          <a:xfrm>
            <a:off x="114300" y="101600"/>
            <a:ext cx="702189" cy="702189"/>
            <a:chOff x="114300" y="101600"/>
            <a:chExt cx="702189" cy="702189"/>
          </a:xfrm>
        </p:grpSpPr>
        <p:sp>
          <p:nvSpPr>
            <p:cNvPr id="106" name="任意多边形: 形状 105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11379200" y="6045200"/>
            <a:ext cx="702189" cy="702189"/>
            <a:chOff x="11315700" y="6032500"/>
            <a:chExt cx="702189" cy="702189"/>
          </a:xfrm>
        </p:grpSpPr>
        <p:sp>
          <p:nvSpPr>
            <p:cNvPr id="188" name="任意多边形: 形状 187"/>
            <p:cNvSpPr/>
            <p:nvPr/>
          </p:nvSpPr>
          <p:spPr>
            <a:xfrm>
              <a:off x="11326678" y="60434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11472037" y="60359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11621433" y="60325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/>
            <p:cNvSpPr/>
            <p:nvPr/>
          </p:nvSpPr>
          <p:spPr>
            <a:xfrm>
              <a:off x="11776886" y="60350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11937387" y="60428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11319107" y="61888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11461816" y="61786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11609068" y="61730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11766666" y="61777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11929690" y="61879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11315700" y="63382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11456264" y="63258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11600235" y="63170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11761240" y="63251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11926283" y="63373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11318225" y="64936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11460933" y="64833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11608310" y="64780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11765908" y="64827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11928806" y="64928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11325921" y="66541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11471153" y="66464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11620550" y="66430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11776004" y="66456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11936504" y="66533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83130" y="5307481"/>
            <a:ext cx="360000" cy="287408"/>
            <a:chOff x="4917862" y="5909557"/>
            <a:chExt cx="754276" cy="602180"/>
          </a:xfrm>
          <a:solidFill>
            <a:schemeClr val="accent1"/>
          </a:solidFill>
        </p:grpSpPr>
        <p:sp>
          <p:nvSpPr>
            <p:cNvPr id="3" name="图形 10"/>
            <p:cNvSpPr/>
            <p:nvPr/>
          </p:nvSpPr>
          <p:spPr>
            <a:xfrm>
              <a:off x="4917862" y="5995939"/>
              <a:ext cx="754276" cy="51579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357188" h="251156">
                  <a:moveTo>
                    <a:pt x="351563" y="251156"/>
                  </a:moveTo>
                  <a:lnTo>
                    <a:pt x="5625" y="251156"/>
                  </a:lnTo>
                  <a:cubicBezTo>
                    <a:pt x="2531" y="251156"/>
                    <a:pt x="0" y="248625"/>
                    <a:pt x="0" y="245531"/>
                  </a:cubicBezTo>
                  <a:lnTo>
                    <a:pt x="0" y="5625"/>
                  </a:lnTo>
                  <a:cubicBezTo>
                    <a:pt x="0" y="2531"/>
                    <a:pt x="2531" y="0"/>
                    <a:pt x="5625" y="0"/>
                  </a:cubicBezTo>
                  <a:lnTo>
                    <a:pt x="34031" y="0"/>
                  </a:lnTo>
                  <a:cubicBezTo>
                    <a:pt x="37125" y="0"/>
                    <a:pt x="39656" y="2531"/>
                    <a:pt x="39656" y="5625"/>
                  </a:cubicBezTo>
                  <a:cubicBezTo>
                    <a:pt x="39656" y="8719"/>
                    <a:pt x="37125" y="11250"/>
                    <a:pt x="34031" y="11250"/>
                  </a:cubicBezTo>
                  <a:lnTo>
                    <a:pt x="11250" y="11250"/>
                  </a:lnTo>
                  <a:lnTo>
                    <a:pt x="11250" y="239906"/>
                  </a:lnTo>
                  <a:lnTo>
                    <a:pt x="345938" y="239906"/>
                  </a:lnTo>
                  <a:lnTo>
                    <a:pt x="345938" y="11250"/>
                  </a:lnTo>
                  <a:lnTo>
                    <a:pt x="320063" y="11250"/>
                  </a:lnTo>
                  <a:cubicBezTo>
                    <a:pt x="316969" y="11250"/>
                    <a:pt x="314438" y="8719"/>
                    <a:pt x="314438" y="5625"/>
                  </a:cubicBezTo>
                  <a:cubicBezTo>
                    <a:pt x="314438" y="2531"/>
                    <a:pt x="316969" y="0"/>
                    <a:pt x="320063" y="0"/>
                  </a:cubicBezTo>
                  <a:lnTo>
                    <a:pt x="351563" y="0"/>
                  </a:lnTo>
                  <a:cubicBezTo>
                    <a:pt x="354656" y="0"/>
                    <a:pt x="357188" y="2531"/>
                    <a:pt x="357188" y="5625"/>
                  </a:cubicBezTo>
                  <a:lnTo>
                    <a:pt x="357188" y="245531"/>
                  </a:lnTo>
                  <a:cubicBezTo>
                    <a:pt x="357188" y="248625"/>
                    <a:pt x="354656" y="251156"/>
                    <a:pt x="351563" y="251156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5282529" y="5909557"/>
              <a:ext cx="322496" cy="542687"/>
            </a:xfrm>
            <a:custGeom>
              <a:avLst/>
              <a:gdLst>
                <a:gd name="connsiteX0" fmla="*/ 158425 w 322496"/>
                <a:gd name="connsiteY0" fmla="*/ 23858 h 542687"/>
                <a:gd name="connsiteX1" fmla="*/ 24942 w 322496"/>
                <a:gd name="connsiteY1" fmla="*/ 41329 h 542687"/>
                <a:gd name="connsiteX2" fmla="*/ 24942 w 322496"/>
                <a:gd name="connsiteY2" fmla="*/ 506301 h 542687"/>
                <a:gd name="connsiteX3" fmla="*/ 163325 w 322496"/>
                <a:gd name="connsiteY3" fmla="*/ 488972 h 542687"/>
                <a:gd name="connsiteX4" fmla="*/ 299927 w 322496"/>
                <a:gd name="connsiteY4" fmla="*/ 513809 h 542687"/>
                <a:gd name="connsiteX5" fmla="*/ 299927 w 322496"/>
                <a:gd name="connsiteY5" fmla="*/ 50571 h 542687"/>
                <a:gd name="connsiteX6" fmla="*/ 158425 w 322496"/>
                <a:gd name="connsiteY6" fmla="*/ 23858 h 542687"/>
                <a:gd name="connsiteX7" fmla="*/ 157165 w 322496"/>
                <a:gd name="connsiteY7" fmla="*/ 29 h 542687"/>
                <a:gd name="connsiteX8" fmla="*/ 315965 w 322496"/>
                <a:gd name="connsiteY8" fmla="*/ 32086 h 542687"/>
                <a:gd name="connsiteX9" fmla="*/ 322496 w 322496"/>
                <a:gd name="connsiteY9" fmla="*/ 42484 h 542687"/>
                <a:gd name="connsiteX10" fmla="*/ 322496 w 322496"/>
                <a:gd name="connsiteY10" fmla="*/ 531135 h 542687"/>
                <a:gd name="connsiteX11" fmla="*/ 317151 w 322496"/>
                <a:gd name="connsiteY11" fmla="*/ 540956 h 542687"/>
                <a:gd name="connsiteX12" fmla="*/ 311213 w 322496"/>
                <a:gd name="connsiteY12" fmla="*/ 542687 h 542687"/>
                <a:gd name="connsiteX13" fmla="*/ 305867 w 322496"/>
                <a:gd name="connsiteY13" fmla="*/ 541533 h 542687"/>
                <a:gd name="connsiteX14" fmla="*/ 14254 w 322496"/>
                <a:gd name="connsiteY14" fmla="*/ 531135 h 542687"/>
                <a:gd name="connsiteX15" fmla="*/ 4156 w 322496"/>
                <a:gd name="connsiteY15" fmla="*/ 528825 h 542687"/>
                <a:gd name="connsiteX16" fmla="*/ 0 w 322496"/>
                <a:gd name="connsiteY16" fmla="*/ 519583 h 542687"/>
                <a:gd name="connsiteX17" fmla="*/ 0 w 322496"/>
                <a:gd name="connsiteY17" fmla="*/ 31509 h 542687"/>
                <a:gd name="connsiteX18" fmla="*/ 9503 w 322496"/>
                <a:gd name="connsiteY18" fmla="*/ 19957 h 542687"/>
                <a:gd name="connsiteX19" fmla="*/ 157165 w 322496"/>
                <a:gd name="connsiteY19" fmla="*/ 29 h 542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2496" h="542687">
                  <a:moveTo>
                    <a:pt x="158425" y="23858"/>
                  </a:moveTo>
                  <a:cubicBezTo>
                    <a:pt x="111951" y="24435"/>
                    <a:pt x="66813" y="32377"/>
                    <a:pt x="24942" y="41329"/>
                  </a:cubicBezTo>
                  <a:lnTo>
                    <a:pt x="24942" y="506301"/>
                  </a:lnTo>
                  <a:cubicBezTo>
                    <a:pt x="68298" y="496480"/>
                    <a:pt x="114625" y="488972"/>
                    <a:pt x="163325" y="488972"/>
                  </a:cubicBezTo>
                  <a:cubicBezTo>
                    <a:pt x="207869" y="488972"/>
                    <a:pt x="253601" y="495326"/>
                    <a:pt x="299927" y="513809"/>
                  </a:cubicBezTo>
                  <a:lnTo>
                    <a:pt x="299927" y="50571"/>
                  </a:lnTo>
                  <a:cubicBezTo>
                    <a:pt x="252710" y="30067"/>
                    <a:pt x="204900" y="23280"/>
                    <a:pt x="158425" y="23858"/>
                  </a:cubicBezTo>
                  <a:close/>
                  <a:moveTo>
                    <a:pt x="157165" y="29"/>
                  </a:moveTo>
                  <a:cubicBezTo>
                    <a:pt x="208911" y="-548"/>
                    <a:pt x="262512" y="7538"/>
                    <a:pt x="315965" y="32086"/>
                  </a:cubicBezTo>
                  <a:cubicBezTo>
                    <a:pt x="320121" y="33819"/>
                    <a:pt x="322496" y="37863"/>
                    <a:pt x="322496" y="42484"/>
                  </a:cubicBezTo>
                  <a:lnTo>
                    <a:pt x="322496" y="531135"/>
                  </a:lnTo>
                  <a:cubicBezTo>
                    <a:pt x="322496" y="535179"/>
                    <a:pt x="320121" y="538646"/>
                    <a:pt x="317151" y="540956"/>
                  </a:cubicBezTo>
                  <a:cubicBezTo>
                    <a:pt x="315965" y="542110"/>
                    <a:pt x="313589" y="542687"/>
                    <a:pt x="311213" y="542687"/>
                  </a:cubicBezTo>
                  <a:cubicBezTo>
                    <a:pt x="309431" y="542687"/>
                    <a:pt x="307649" y="542110"/>
                    <a:pt x="305867" y="541533"/>
                  </a:cubicBezTo>
                  <a:cubicBezTo>
                    <a:pt x="205495" y="495325"/>
                    <a:pt x="102748" y="512075"/>
                    <a:pt x="14254" y="531135"/>
                  </a:cubicBezTo>
                  <a:cubicBezTo>
                    <a:pt x="10690" y="531714"/>
                    <a:pt x="7127" y="531135"/>
                    <a:pt x="4156" y="528825"/>
                  </a:cubicBezTo>
                  <a:cubicBezTo>
                    <a:pt x="1187" y="526514"/>
                    <a:pt x="0" y="523050"/>
                    <a:pt x="0" y="519583"/>
                  </a:cubicBezTo>
                  <a:lnTo>
                    <a:pt x="0" y="31509"/>
                  </a:lnTo>
                  <a:cubicBezTo>
                    <a:pt x="0" y="26311"/>
                    <a:pt x="4156" y="21690"/>
                    <a:pt x="9503" y="19957"/>
                  </a:cubicBezTo>
                  <a:cubicBezTo>
                    <a:pt x="55531" y="9849"/>
                    <a:pt x="105420" y="607"/>
                    <a:pt x="157165" y="29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6" name="图形 10"/>
            <p:cNvSpPr/>
            <p:nvPr/>
          </p:nvSpPr>
          <p:spPr>
            <a:xfrm>
              <a:off x="5330634" y="6000559"/>
              <a:ext cx="228065" cy="4620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500">
                  <a:moveTo>
                    <a:pt x="104625" y="22500"/>
                  </a:moveTo>
                  <a:cubicBezTo>
                    <a:pt x="104344" y="22500"/>
                    <a:pt x="103781" y="22500"/>
                    <a:pt x="103500" y="22219"/>
                  </a:cubicBezTo>
                  <a:cubicBezTo>
                    <a:pt x="69187" y="5906"/>
                    <a:pt x="34031" y="11812"/>
                    <a:pt x="3656" y="18562"/>
                  </a:cubicBezTo>
                  <a:cubicBezTo>
                    <a:pt x="2250" y="18844"/>
                    <a:pt x="562" y="18000"/>
                    <a:pt x="281" y="16312"/>
                  </a:cubicBezTo>
                  <a:cubicBezTo>
                    <a:pt x="0" y="14906"/>
                    <a:pt x="844" y="13219"/>
                    <a:pt x="2531" y="12937"/>
                  </a:cubicBezTo>
                  <a:cubicBezTo>
                    <a:pt x="33750" y="5906"/>
                    <a:pt x="70031" y="0"/>
                    <a:pt x="106031" y="17156"/>
                  </a:cubicBezTo>
                  <a:cubicBezTo>
                    <a:pt x="107437" y="17719"/>
                    <a:pt x="108000" y="19406"/>
                    <a:pt x="107437" y="20812"/>
                  </a:cubicBezTo>
                  <a:cubicBezTo>
                    <a:pt x="106875" y="21937"/>
                    <a:pt x="105750" y="22500"/>
                    <a:pt x="104625" y="2250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7" name="图形 10"/>
            <p:cNvSpPr/>
            <p:nvPr/>
          </p:nvSpPr>
          <p:spPr>
            <a:xfrm>
              <a:off x="5330634" y="6076226"/>
              <a:ext cx="228065" cy="4620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500">
                  <a:moveTo>
                    <a:pt x="104625" y="22500"/>
                  </a:moveTo>
                  <a:cubicBezTo>
                    <a:pt x="104344" y="22500"/>
                    <a:pt x="103781" y="22500"/>
                    <a:pt x="103500" y="22218"/>
                  </a:cubicBezTo>
                  <a:cubicBezTo>
                    <a:pt x="69187" y="5906"/>
                    <a:pt x="34031" y="11812"/>
                    <a:pt x="3656" y="18562"/>
                  </a:cubicBezTo>
                  <a:cubicBezTo>
                    <a:pt x="2250" y="18843"/>
                    <a:pt x="562" y="18000"/>
                    <a:pt x="281" y="16312"/>
                  </a:cubicBezTo>
                  <a:cubicBezTo>
                    <a:pt x="0" y="14906"/>
                    <a:pt x="844" y="13218"/>
                    <a:pt x="2531" y="12937"/>
                  </a:cubicBezTo>
                  <a:cubicBezTo>
                    <a:pt x="33750" y="5906"/>
                    <a:pt x="70031" y="0"/>
                    <a:pt x="106031" y="17156"/>
                  </a:cubicBezTo>
                  <a:cubicBezTo>
                    <a:pt x="107437" y="17718"/>
                    <a:pt x="108000" y="19406"/>
                    <a:pt x="107437" y="20812"/>
                  </a:cubicBezTo>
                  <a:cubicBezTo>
                    <a:pt x="106875" y="21937"/>
                    <a:pt x="105750" y="22500"/>
                    <a:pt x="104625" y="2250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8" name="图形 10"/>
            <p:cNvSpPr/>
            <p:nvPr/>
          </p:nvSpPr>
          <p:spPr>
            <a:xfrm>
              <a:off x="5330634" y="6151891"/>
              <a:ext cx="228065" cy="4620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500">
                  <a:moveTo>
                    <a:pt x="104625" y="22500"/>
                  </a:moveTo>
                  <a:cubicBezTo>
                    <a:pt x="104344" y="22500"/>
                    <a:pt x="103781" y="22500"/>
                    <a:pt x="103500" y="22219"/>
                  </a:cubicBezTo>
                  <a:cubicBezTo>
                    <a:pt x="69187" y="5907"/>
                    <a:pt x="34031" y="11813"/>
                    <a:pt x="3656" y="18563"/>
                  </a:cubicBezTo>
                  <a:cubicBezTo>
                    <a:pt x="2250" y="18844"/>
                    <a:pt x="562" y="18000"/>
                    <a:pt x="281" y="16313"/>
                  </a:cubicBezTo>
                  <a:cubicBezTo>
                    <a:pt x="0" y="14907"/>
                    <a:pt x="844" y="13219"/>
                    <a:pt x="2531" y="12938"/>
                  </a:cubicBezTo>
                  <a:cubicBezTo>
                    <a:pt x="33750" y="5907"/>
                    <a:pt x="70031" y="0"/>
                    <a:pt x="106031" y="17157"/>
                  </a:cubicBezTo>
                  <a:cubicBezTo>
                    <a:pt x="107437" y="17719"/>
                    <a:pt x="108000" y="19407"/>
                    <a:pt x="107437" y="20813"/>
                  </a:cubicBezTo>
                  <a:cubicBezTo>
                    <a:pt x="106875" y="21938"/>
                    <a:pt x="105750" y="22500"/>
                    <a:pt x="104625" y="2250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9" name="图形 10"/>
            <p:cNvSpPr/>
            <p:nvPr/>
          </p:nvSpPr>
          <p:spPr>
            <a:xfrm>
              <a:off x="5330634" y="6226979"/>
              <a:ext cx="228065" cy="46785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781">
                  <a:moveTo>
                    <a:pt x="104625" y="22781"/>
                  </a:moveTo>
                  <a:cubicBezTo>
                    <a:pt x="104344" y="22781"/>
                    <a:pt x="103781" y="22781"/>
                    <a:pt x="103500" y="22500"/>
                  </a:cubicBezTo>
                  <a:cubicBezTo>
                    <a:pt x="69187" y="6187"/>
                    <a:pt x="34031" y="11812"/>
                    <a:pt x="3656" y="18562"/>
                  </a:cubicBezTo>
                  <a:cubicBezTo>
                    <a:pt x="2250" y="18844"/>
                    <a:pt x="562" y="18000"/>
                    <a:pt x="281" y="16312"/>
                  </a:cubicBezTo>
                  <a:cubicBezTo>
                    <a:pt x="0" y="14906"/>
                    <a:pt x="844" y="13219"/>
                    <a:pt x="2531" y="12937"/>
                  </a:cubicBezTo>
                  <a:cubicBezTo>
                    <a:pt x="33750" y="5906"/>
                    <a:pt x="70031" y="0"/>
                    <a:pt x="106031" y="17156"/>
                  </a:cubicBezTo>
                  <a:cubicBezTo>
                    <a:pt x="107437" y="17719"/>
                    <a:pt x="108000" y="19406"/>
                    <a:pt x="107437" y="20812"/>
                  </a:cubicBezTo>
                  <a:cubicBezTo>
                    <a:pt x="106875" y="22219"/>
                    <a:pt x="105750" y="22781"/>
                    <a:pt x="104625" y="22781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0" name="图形 10"/>
            <p:cNvSpPr/>
            <p:nvPr/>
          </p:nvSpPr>
          <p:spPr>
            <a:xfrm>
              <a:off x="5330634" y="6302646"/>
              <a:ext cx="228065" cy="46208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8000" h="22500">
                  <a:moveTo>
                    <a:pt x="104625" y="22500"/>
                  </a:moveTo>
                  <a:cubicBezTo>
                    <a:pt x="104344" y="22500"/>
                    <a:pt x="103781" y="22500"/>
                    <a:pt x="103500" y="22218"/>
                  </a:cubicBezTo>
                  <a:cubicBezTo>
                    <a:pt x="69187" y="5906"/>
                    <a:pt x="34031" y="11812"/>
                    <a:pt x="3656" y="18562"/>
                  </a:cubicBezTo>
                  <a:cubicBezTo>
                    <a:pt x="2250" y="18843"/>
                    <a:pt x="562" y="18000"/>
                    <a:pt x="281" y="16312"/>
                  </a:cubicBezTo>
                  <a:cubicBezTo>
                    <a:pt x="0" y="14906"/>
                    <a:pt x="844" y="13218"/>
                    <a:pt x="2531" y="12937"/>
                  </a:cubicBezTo>
                  <a:cubicBezTo>
                    <a:pt x="33750" y="5906"/>
                    <a:pt x="70031" y="0"/>
                    <a:pt x="106031" y="17156"/>
                  </a:cubicBezTo>
                  <a:cubicBezTo>
                    <a:pt x="107437" y="17718"/>
                    <a:pt x="108000" y="19406"/>
                    <a:pt x="107437" y="20812"/>
                  </a:cubicBezTo>
                  <a:cubicBezTo>
                    <a:pt x="106875" y="21937"/>
                    <a:pt x="105750" y="22500"/>
                    <a:pt x="104625" y="2250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984381" y="5910135"/>
              <a:ext cx="322499" cy="542109"/>
            </a:xfrm>
            <a:custGeom>
              <a:avLst/>
              <a:gdLst>
                <a:gd name="connsiteX0" fmla="*/ 165036 w 322499"/>
                <a:gd name="connsiteY0" fmla="*/ 22991 h 542109"/>
                <a:gd name="connsiteX1" fmla="*/ 23757 w 322499"/>
                <a:gd name="connsiteY1" fmla="*/ 49994 h 542109"/>
                <a:gd name="connsiteX2" fmla="*/ 23757 w 322499"/>
                <a:gd name="connsiteY2" fmla="*/ 513232 h 542109"/>
                <a:gd name="connsiteX3" fmla="*/ 298742 w 322499"/>
                <a:gd name="connsiteY3" fmla="*/ 505145 h 542109"/>
                <a:gd name="connsiteX4" fmla="*/ 298742 w 322499"/>
                <a:gd name="connsiteY4" fmla="*/ 40175 h 542109"/>
                <a:gd name="connsiteX5" fmla="*/ 165036 w 322499"/>
                <a:gd name="connsiteY5" fmla="*/ 22991 h 542109"/>
                <a:gd name="connsiteX6" fmla="*/ 165333 w 322499"/>
                <a:gd name="connsiteY6" fmla="*/ 29 h 542109"/>
                <a:gd name="connsiteX7" fmla="*/ 312997 w 322499"/>
                <a:gd name="connsiteY7" fmla="*/ 19956 h 542109"/>
                <a:gd name="connsiteX8" fmla="*/ 322499 w 322499"/>
                <a:gd name="connsiteY8" fmla="*/ 31508 h 542109"/>
                <a:gd name="connsiteX9" fmla="*/ 322499 w 322499"/>
                <a:gd name="connsiteY9" fmla="*/ 520161 h 542109"/>
                <a:gd name="connsiteX10" fmla="*/ 318341 w 322499"/>
                <a:gd name="connsiteY10" fmla="*/ 529403 h 542109"/>
                <a:gd name="connsiteX11" fmla="*/ 308245 w 322499"/>
                <a:gd name="connsiteY11" fmla="*/ 531713 h 542109"/>
                <a:gd name="connsiteX12" fmla="*/ 16630 w 322499"/>
                <a:gd name="connsiteY12" fmla="*/ 542109 h 542109"/>
                <a:gd name="connsiteX13" fmla="*/ 11879 w 322499"/>
                <a:gd name="connsiteY13" fmla="*/ 542109 h 542109"/>
                <a:gd name="connsiteX14" fmla="*/ 5345 w 322499"/>
                <a:gd name="connsiteY14" fmla="*/ 540378 h 542109"/>
                <a:gd name="connsiteX15" fmla="*/ 0 w 322499"/>
                <a:gd name="connsiteY15" fmla="*/ 530557 h 542109"/>
                <a:gd name="connsiteX16" fmla="*/ 0 w 322499"/>
                <a:gd name="connsiteY16" fmla="*/ 42483 h 542109"/>
                <a:gd name="connsiteX17" fmla="*/ 6534 w 322499"/>
                <a:gd name="connsiteY17" fmla="*/ 32087 h 542109"/>
                <a:gd name="connsiteX18" fmla="*/ 165333 w 322499"/>
                <a:gd name="connsiteY18" fmla="*/ 29 h 54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2499" h="542109">
                  <a:moveTo>
                    <a:pt x="165036" y="22991"/>
                  </a:moveTo>
                  <a:cubicBezTo>
                    <a:pt x="118636" y="22558"/>
                    <a:pt x="70974" y="29490"/>
                    <a:pt x="23757" y="49994"/>
                  </a:cubicBezTo>
                  <a:lnTo>
                    <a:pt x="23757" y="513232"/>
                  </a:lnTo>
                  <a:cubicBezTo>
                    <a:pt x="119378" y="475109"/>
                    <a:pt x="215000" y="487818"/>
                    <a:pt x="298742" y="505145"/>
                  </a:cubicBezTo>
                  <a:lnTo>
                    <a:pt x="298742" y="40175"/>
                  </a:lnTo>
                  <a:cubicBezTo>
                    <a:pt x="256573" y="31222"/>
                    <a:pt x="211436" y="23424"/>
                    <a:pt x="165036" y="22991"/>
                  </a:cubicBezTo>
                  <a:close/>
                  <a:moveTo>
                    <a:pt x="165333" y="29"/>
                  </a:moveTo>
                  <a:cubicBezTo>
                    <a:pt x="217078" y="607"/>
                    <a:pt x="266967" y="9849"/>
                    <a:pt x="312997" y="19956"/>
                  </a:cubicBezTo>
                  <a:cubicBezTo>
                    <a:pt x="318341" y="21112"/>
                    <a:pt x="322499" y="25733"/>
                    <a:pt x="322499" y="31508"/>
                  </a:cubicBezTo>
                  <a:lnTo>
                    <a:pt x="322499" y="520161"/>
                  </a:lnTo>
                  <a:cubicBezTo>
                    <a:pt x="322499" y="523626"/>
                    <a:pt x="320717" y="527093"/>
                    <a:pt x="318341" y="529403"/>
                  </a:cubicBezTo>
                  <a:cubicBezTo>
                    <a:pt x="315372" y="531713"/>
                    <a:pt x="311808" y="532290"/>
                    <a:pt x="308245" y="531713"/>
                  </a:cubicBezTo>
                  <a:cubicBezTo>
                    <a:pt x="219752" y="512653"/>
                    <a:pt x="117002" y="495901"/>
                    <a:pt x="16630" y="542109"/>
                  </a:cubicBezTo>
                  <a:lnTo>
                    <a:pt x="11879" y="542109"/>
                  </a:lnTo>
                  <a:cubicBezTo>
                    <a:pt x="9503" y="542109"/>
                    <a:pt x="7721" y="541532"/>
                    <a:pt x="5345" y="540378"/>
                  </a:cubicBezTo>
                  <a:cubicBezTo>
                    <a:pt x="1783" y="538068"/>
                    <a:pt x="0" y="534601"/>
                    <a:pt x="0" y="530557"/>
                  </a:cubicBezTo>
                  <a:lnTo>
                    <a:pt x="0" y="42483"/>
                  </a:lnTo>
                  <a:cubicBezTo>
                    <a:pt x="0" y="37862"/>
                    <a:pt x="2376" y="33818"/>
                    <a:pt x="6534" y="32087"/>
                  </a:cubicBezTo>
                  <a:cubicBezTo>
                    <a:pt x="59987" y="7538"/>
                    <a:pt x="113588" y="-548"/>
                    <a:pt x="165333" y="29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2" name="图形 10"/>
            <p:cNvSpPr/>
            <p:nvPr/>
          </p:nvSpPr>
          <p:spPr>
            <a:xfrm>
              <a:off x="5088911" y="5918538"/>
              <a:ext cx="112250" cy="222955"/>
            </a:xfrm>
            <a:custGeom>
              <a:avLst/>
              <a:gdLst>
                <a:gd name="connsiteX0" fmla="*/ 351563 w 357187"/>
                <a:gd name="connsiteY0" fmla="*/ 293217 h 293217"/>
                <a:gd name="connsiteX1" fmla="*/ 5625 w 357187"/>
                <a:gd name="connsiteY1" fmla="*/ 293217 h 293217"/>
                <a:gd name="connsiteX2" fmla="*/ 0 w 357187"/>
                <a:gd name="connsiteY2" fmla="*/ 287592 h 293217"/>
                <a:gd name="connsiteX3" fmla="*/ 0 w 357187"/>
                <a:gd name="connsiteY3" fmla="*/ 47686 h 293217"/>
                <a:gd name="connsiteX4" fmla="*/ 5625 w 357187"/>
                <a:gd name="connsiteY4" fmla="*/ 42061 h 293217"/>
                <a:gd name="connsiteX5" fmla="*/ 34031 w 357187"/>
                <a:gd name="connsiteY5" fmla="*/ 42061 h 293217"/>
                <a:gd name="connsiteX6" fmla="*/ 39656 w 357187"/>
                <a:gd name="connsiteY6" fmla="*/ 47686 h 293217"/>
                <a:gd name="connsiteX7" fmla="*/ 34031 w 357187"/>
                <a:gd name="connsiteY7" fmla="*/ 53311 h 293217"/>
                <a:gd name="connsiteX8" fmla="*/ 11250 w 357187"/>
                <a:gd name="connsiteY8" fmla="*/ 53311 h 293217"/>
                <a:gd name="connsiteX9" fmla="*/ 11250 w 357187"/>
                <a:gd name="connsiteY9" fmla="*/ 281967 h 293217"/>
                <a:gd name="connsiteX10" fmla="*/ 345938 w 357187"/>
                <a:gd name="connsiteY10" fmla="*/ 281967 h 293217"/>
                <a:gd name="connsiteX11" fmla="*/ 345938 w 357187"/>
                <a:gd name="connsiteY11" fmla="*/ 53311 h 293217"/>
                <a:gd name="connsiteX12" fmla="*/ 320063 w 357187"/>
                <a:gd name="connsiteY12" fmla="*/ 53311 h 293217"/>
                <a:gd name="connsiteX13" fmla="*/ 314438 w 357187"/>
                <a:gd name="connsiteY13" fmla="*/ 47686 h 293217"/>
                <a:gd name="connsiteX14" fmla="*/ 320063 w 357187"/>
                <a:gd name="connsiteY14" fmla="*/ 42061 h 293217"/>
                <a:gd name="connsiteX15" fmla="*/ 351563 w 357187"/>
                <a:gd name="connsiteY15" fmla="*/ 42061 h 293217"/>
                <a:gd name="connsiteX16" fmla="*/ 357188 w 357187"/>
                <a:gd name="connsiteY16" fmla="*/ 47686 h 293217"/>
                <a:gd name="connsiteX17" fmla="*/ 357188 w 357187"/>
                <a:gd name="connsiteY17" fmla="*/ 287592 h 293217"/>
                <a:gd name="connsiteX18" fmla="*/ 351563 w 357187"/>
                <a:gd name="connsiteY18" fmla="*/ 293217 h 293217"/>
                <a:gd name="connsiteX19" fmla="*/ 320063 w 357187"/>
                <a:gd name="connsiteY19" fmla="*/ 264248 h 293217"/>
                <a:gd name="connsiteX20" fmla="*/ 317531 w 357187"/>
                <a:gd name="connsiteY20" fmla="*/ 263686 h 293217"/>
                <a:gd name="connsiteX21" fmla="*/ 179438 w 357187"/>
                <a:gd name="connsiteY21" fmla="*/ 258623 h 293217"/>
                <a:gd name="connsiteX22" fmla="*/ 174656 w 357187"/>
                <a:gd name="connsiteY22" fmla="*/ 257498 h 293217"/>
                <a:gd name="connsiteX23" fmla="*/ 172688 w 357187"/>
                <a:gd name="connsiteY23" fmla="*/ 252998 h 293217"/>
                <a:gd name="connsiteX24" fmla="*/ 172688 w 357187"/>
                <a:gd name="connsiteY24" fmla="*/ 15342 h 293217"/>
                <a:gd name="connsiteX25" fmla="*/ 177188 w 357187"/>
                <a:gd name="connsiteY25" fmla="*/ 9717 h 293217"/>
                <a:gd name="connsiteX26" fmla="*/ 322313 w 357187"/>
                <a:gd name="connsiteY26" fmla="*/ 15623 h 293217"/>
                <a:gd name="connsiteX27" fmla="*/ 325406 w 357187"/>
                <a:gd name="connsiteY27" fmla="*/ 20686 h 293217"/>
                <a:gd name="connsiteX28" fmla="*/ 325406 w 357187"/>
                <a:gd name="connsiteY28" fmla="*/ 258623 h 293217"/>
                <a:gd name="connsiteX29" fmla="*/ 322875 w 357187"/>
                <a:gd name="connsiteY29" fmla="*/ 263405 h 293217"/>
                <a:gd name="connsiteX30" fmla="*/ 320063 w 357187"/>
                <a:gd name="connsiteY30" fmla="*/ 264248 h 293217"/>
                <a:gd name="connsiteX31" fmla="*/ 250031 w 357187"/>
                <a:gd name="connsiteY31" fmla="*/ 238092 h 293217"/>
                <a:gd name="connsiteX32" fmla="*/ 314719 w 357187"/>
                <a:gd name="connsiteY32" fmla="*/ 250186 h 293217"/>
                <a:gd name="connsiteX33" fmla="*/ 314719 w 357187"/>
                <a:gd name="connsiteY33" fmla="*/ 24623 h 293217"/>
                <a:gd name="connsiteX34" fmla="*/ 184500 w 357187"/>
                <a:gd name="connsiteY34" fmla="*/ 20123 h 293217"/>
                <a:gd name="connsiteX35" fmla="*/ 184500 w 357187"/>
                <a:gd name="connsiteY35" fmla="*/ 246530 h 293217"/>
                <a:gd name="connsiteX36" fmla="*/ 250031 w 357187"/>
                <a:gd name="connsiteY36" fmla="*/ 238092 h 293217"/>
                <a:gd name="connsiteX37" fmla="*/ 300094 w 357187"/>
                <a:gd name="connsiteY37" fmla="*/ 66811 h 293217"/>
                <a:gd name="connsiteX38" fmla="*/ 298969 w 357187"/>
                <a:gd name="connsiteY38" fmla="*/ 66530 h 293217"/>
                <a:gd name="connsiteX39" fmla="*/ 199125 w 357187"/>
                <a:gd name="connsiteY39" fmla="*/ 62873 h 293217"/>
                <a:gd name="connsiteX40" fmla="*/ 195750 w 357187"/>
                <a:gd name="connsiteY40" fmla="*/ 60623 h 293217"/>
                <a:gd name="connsiteX41" fmla="*/ 198000 w 357187"/>
                <a:gd name="connsiteY41" fmla="*/ 57248 h 293217"/>
                <a:gd name="connsiteX42" fmla="*/ 301500 w 357187"/>
                <a:gd name="connsiteY42" fmla="*/ 61467 h 293217"/>
                <a:gd name="connsiteX43" fmla="*/ 302906 w 357187"/>
                <a:gd name="connsiteY43" fmla="*/ 65123 h 293217"/>
                <a:gd name="connsiteX44" fmla="*/ 300094 w 357187"/>
                <a:gd name="connsiteY44" fmla="*/ 66811 h 293217"/>
                <a:gd name="connsiteX45" fmla="*/ 300094 w 357187"/>
                <a:gd name="connsiteY45" fmla="*/ 103655 h 293217"/>
                <a:gd name="connsiteX46" fmla="*/ 298969 w 357187"/>
                <a:gd name="connsiteY46" fmla="*/ 103373 h 293217"/>
                <a:gd name="connsiteX47" fmla="*/ 199125 w 357187"/>
                <a:gd name="connsiteY47" fmla="*/ 99717 h 293217"/>
                <a:gd name="connsiteX48" fmla="*/ 195750 w 357187"/>
                <a:gd name="connsiteY48" fmla="*/ 97467 h 293217"/>
                <a:gd name="connsiteX49" fmla="*/ 198000 w 357187"/>
                <a:gd name="connsiteY49" fmla="*/ 94092 h 293217"/>
                <a:gd name="connsiteX50" fmla="*/ 301500 w 357187"/>
                <a:gd name="connsiteY50" fmla="*/ 98311 h 293217"/>
                <a:gd name="connsiteX51" fmla="*/ 302906 w 357187"/>
                <a:gd name="connsiteY51" fmla="*/ 101967 h 293217"/>
                <a:gd name="connsiteX52" fmla="*/ 300094 w 357187"/>
                <a:gd name="connsiteY52" fmla="*/ 103655 h 293217"/>
                <a:gd name="connsiteX53" fmla="*/ 300094 w 357187"/>
                <a:gd name="connsiteY53" fmla="*/ 140498 h 293217"/>
                <a:gd name="connsiteX54" fmla="*/ 298969 w 357187"/>
                <a:gd name="connsiteY54" fmla="*/ 140217 h 293217"/>
                <a:gd name="connsiteX55" fmla="*/ 199125 w 357187"/>
                <a:gd name="connsiteY55" fmla="*/ 136561 h 293217"/>
                <a:gd name="connsiteX56" fmla="*/ 195750 w 357187"/>
                <a:gd name="connsiteY56" fmla="*/ 134311 h 293217"/>
                <a:gd name="connsiteX57" fmla="*/ 198000 w 357187"/>
                <a:gd name="connsiteY57" fmla="*/ 130936 h 293217"/>
                <a:gd name="connsiteX58" fmla="*/ 301500 w 357187"/>
                <a:gd name="connsiteY58" fmla="*/ 135155 h 293217"/>
                <a:gd name="connsiteX59" fmla="*/ 302906 w 357187"/>
                <a:gd name="connsiteY59" fmla="*/ 138811 h 293217"/>
                <a:gd name="connsiteX60" fmla="*/ 300094 w 357187"/>
                <a:gd name="connsiteY60" fmla="*/ 140498 h 293217"/>
                <a:gd name="connsiteX61" fmla="*/ 300094 w 357187"/>
                <a:gd name="connsiteY61" fmla="*/ 177342 h 293217"/>
                <a:gd name="connsiteX62" fmla="*/ 298969 w 357187"/>
                <a:gd name="connsiteY62" fmla="*/ 177061 h 293217"/>
                <a:gd name="connsiteX63" fmla="*/ 199125 w 357187"/>
                <a:gd name="connsiteY63" fmla="*/ 173123 h 293217"/>
                <a:gd name="connsiteX64" fmla="*/ 195750 w 357187"/>
                <a:gd name="connsiteY64" fmla="*/ 170873 h 293217"/>
                <a:gd name="connsiteX65" fmla="*/ 198000 w 357187"/>
                <a:gd name="connsiteY65" fmla="*/ 167498 h 293217"/>
                <a:gd name="connsiteX66" fmla="*/ 301500 w 357187"/>
                <a:gd name="connsiteY66" fmla="*/ 171717 h 293217"/>
                <a:gd name="connsiteX67" fmla="*/ 302906 w 357187"/>
                <a:gd name="connsiteY67" fmla="*/ 175373 h 293217"/>
                <a:gd name="connsiteX68" fmla="*/ 300094 w 357187"/>
                <a:gd name="connsiteY68" fmla="*/ 177342 h 293217"/>
                <a:gd name="connsiteX69" fmla="*/ 300094 w 357187"/>
                <a:gd name="connsiteY69" fmla="*/ 213905 h 293217"/>
                <a:gd name="connsiteX70" fmla="*/ 298969 w 357187"/>
                <a:gd name="connsiteY70" fmla="*/ 213623 h 293217"/>
                <a:gd name="connsiteX71" fmla="*/ 199125 w 357187"/>
                <a:gd name="connsiteY71" fmla="*/ 209967 h 293217"/>
                <a:gd name="connsiteX72" fmla="*/ 195750 w 357187"/>
                <a:gd name="connsiteY72" fmla="*/ 207717 h 293217"/>
                <a:gd name="connsiteX73" fmla="*/ 198000 w 357187"/>
                <a:gd name="connsiteY73" fmla="*/ 204342 h 293217"/>
                <a:gd name="connsiteX74" fmla="*/ 301500 w 357187"/>
                <a:gd name="connsiteY74" fmla="*/ 208561 h 293217"/>
                <a:gd name="connsiteX75" fmla="*/ 302906 w 357187"/>
                <a:gd name="connsiteY75" fmla="*/ 212217 h 293217"/>
                <a:gd name="connsiteX76" fmla="*/ 300094 w 357187"/>
                <a:gd name="connsiteY76" fmla="*/ 213905 h 293217"/>
                <a:gd name="connsiteX77" fmla="*/ 37125 w 357187"/>
                <a:gd name="connsiteY77" fmla="*/ 264248 h 293217"/>
                <a:gd name="connsiteX78" fmla="*/ 34031 w 357187"/>
                <a:gd name="connsiteY78" fmla="*/ 263405 h 293217"/>
                <a:gd name="connsiteX79" fmla="*/ 31500 w 357187"/>
                <a:gd name="connsiteY79" fmla="*/ 258623 h 293217"/>
                <a:gd name="connsiteX80" fmla="*/ 31500 w 357187"/>
                <a:gd name="connsiteY80" fmla="*/ 20967 h 293217"/>
                <a:gd name="connsiteX81" fmla="*/ 34594 w 357187"/>
                <a:gd name="connsiteY81" fmla="*/ 15905 h 293217"/>
                <a:gd name="connsiteX82" fmla="*/ 179719 w 357187"/>
                <a:gd name="connsiteY82" fmla="*/ 9998 h 293217"/>
                <a:gd name="connsiteX83" fmla="*/ 184219 w 357187"/>
                <a:gd name="connsiteY83" fmla="*/ 15623 h 293217"/>
                <a:gd name="connsiteX84" fmla="*/ 184219 w 357187"/>
                <a:gd name="connsiteY84" fmla="*/ 253561 h 293217"/>
                <a:gd name="connsiteX85" fmla="*/ 182250 w 357187"/>
                <a:gd name="connsiteY85" fmla="*/ 258061 h 293217"/>
                <a:gd name="connsiteX86" fmla="*/ 177469 w 357187"/>
                <a:gd name="connsiteY86" fmla="*/ 259186 h 293217"/>
                <a:gd name="connsiteX87" fmla="*/ 39375 w 357187"/>
                <a:gd name="connsiteY87" fmla="*/ 264248 h 293217"/>
                <a:gd name="connsiteX88" fmla="*/ 37125 w 357187"/>
                <a:gd name="connsiteY88" fmla="*/ 264248 h 293217"/>
                <a:gd name="connsiteX89" fmla="*/ 42750 w 357187"/>
                <a:gd name="connsiteY89" fmla="*/ 24623 h 293217"/>
                <a:gd name="connsiteX90" fmla="*/ 42750 w 357187"/>
                <a:gd name="connsiteY90" fmla="*/ 250186 h 293217"/>
                <a:gd name="connsiteX91" fmla="*/ 172969 w 357187"/>
                <a:gd name="connsiteY91" fmla="*/ 246248 h 293217"/>
                <a:gd name="connsiteX92" fmla="*/ 172969 w 357187"/>
                <a:gd name="connsiteY92" fmla="*/ 19842 h 293217"/>
                <a:gd name="connsiteX93" fmla="*/ 42750 w 357187"/>
                <a:gd name="connsiteY93" fmla="*/ 24623 h 293217"/>
                <a:gd name="connsiteX94" fmla="*/ 83813 w 357187"/>
                <a:gd name="connsiteY94" fmla="*/ 112655 h 293217"/>
                <a:gd name="connsiteX95" fmla="*/ 82406 w 357187"/>
                <a:gd name="connsiteY95" fmla="*/ 112373 h 293217"/>
                <a:gd name="connsiteX96" fmla="*/ 81000 w 357187"/>
                <a:gd name="connsiteY96" fmla="*/ 109842 h 293217"/>
                <a:gd name="connsiteX97" fmla="*/ 81000 w 357187"/>
                <a:gd name="connsiteY97" fmla="*/ 7186 h 293217"/>
                <a:gd name="connsiteX98" fmla="*/ 83813 w 357187"/>
                <a:gd name="connsiteY98" fmla="*/ 4373 h 293217"/>
                <a:gd name="connsiteX99" fmla="*/ 86625 w 357187"/>
                <a:gd name="connsiteY99" fmla="*/ 7186 h 293217"/>
                <a:gd name="connsiteX100" fmla="*/ 86625 w 357187"/>
                <a:gd name="connsiteY100" fmla="*/ 104217 h 293217"/>
                <a:gd name="connsiteX101" fmla="*/ 106031 w 357187"/>
                <a:gd name="connsiteY101" fmla="*/ 90717 h 293217"/>
                <a:gd name="connsiteX102" fmla="*/ 109125 w 357187"/>
                <a:gd name="connsiteY102" fmla="*/ 90717 h 293217"/>
                <a:gd name="connsiteX103" fmla="*/ 128531 w 357187"/>
                <a:gd name="connsiteY103" fmla="*/ 104217 h 293217"/>
                <a:gd name="connsiteX104" fmla="*/ 128531 w 357187"/>
                <a:gd name="connsiteY104" fmla="*/ 7186 h 293217"/>
                <a:gd name="connsiteX105" fmla="*/ 131344 w 357187"/>
                <a:gd name="connsiteY105" fmla="*/ 4373 h 293217"/>
                <a:gd name="connsiteX106" fmla="*/ 134156 w 357187"/>
                <a:gd name="connsiteY106" fmla="*/ 7186 h 293217"/>
                <a:gd name="connsiteX107" fmla="*/ 134156 w 357187"/>
                <a:gd name="connsiteY107" fmla="*/ 109842 h 293217"/>
                <a:gd name="connsiteX108" fmla="*/ 132750 w 357187"/>
                <a:gd name="connsiteY108" fmla="*/ 112373 h 293217"/>
                <a:gd name="connsiteX109" fmla="*/ 129938 w 357187"/>
                <a:gd name="connsiteY109" fmla="*/ 112092 h 293217"/>
                <a:gd name="connsiteX110" fmla="*/ 107719 w 357187"/>
                <a:gd name="connsiteY110" fmla="*/ 96623 h 293217"/>
                <a:gd name="connsiteX111" fmla="*/ 85500 w 357187"/>
                <a:gd name="connsiteY111" fmla="*/ 112092 h 293217"/>
                <a:gd name="connsiteX112" fmla="*/ 83813 w 357187"/>
                <a:gd name="connsiteY112" fmla="*/ 112655 h 2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53156" h="108563">
                  <a:moveTo>
                    <a:pt x="2813" y="108282"/>
                  </a:moveTo>
                  <a:cubicBezTo>
                    <a:pt x="2250" y="108282"/>
                    <a:pt x="1969" y="108282"/>
                    <a:pt x="1406" y="108000"/>
                  </a:cubicBezTo>
                  <a:cubicBezTo>
                    <a:pt x="563" y="107438"/>
                    <a:pt x="0" y="106594"/>
                    <a:pt x="0" y="105469"/>
                  </a:cubicBezTo>
                  <a:lnTo>
                    <a:pt x="0" y="2813"/>
                  </a:lnTo>
                  <a:cubicBezTo>
                    <a:pt x="0" y="1125"/>
                    <a:pt x="1125" y="0"/>
                    <a:pt x="2813" y="0"/>
                  </a:cubicBezTo>
                  <a:cubicBezTo>
                    <a:pt x="4500" y="0"/>
                    <a:pt x="5625" y="1125"/>
                    <a:pt x="5625" y="2813"/>
                  </a:cubicBezTo>
                  <a:lnTo>
                    <a:pt x="5625" y="99844"/>
                  </a:lnTo>
                  <a:lnTo>
                    <a:pt x="25031" y="86344"/>
                  </a:lnTo>
                  <a:cubicBezTo>
                    <a:pt x="25875" y="85782"/>
                    <a:pt x="27281" y="85782"/>
                    <a:pt x="28125" y="86344"/>
                  </a:cubicBezTo>
                  <a:lnTo>
                    <a:pt x="47531" y="99844"/>
                  </a:lnTo>
                  <a:lnTo>
                    <a:pt x="47531" y="2813"/>
                  </a:lnTo>
                  <a:cubicBezTo>
                    <a:pt x="47531" y="1125"/>
                    <a:pt x="48656" y="0"/>
                    <a:pt x="50344" y="0"/>
                  </a:cubicBezTo>
                  <a:cubicBezTo>
                    <a:pt x="52031" y="0"/>
                    <a:pt x="53156" y="1125"/>
                    <a:pt x="53156" y="2813"/>
                  </a:cubicBezTo>
                  <a:lnTo>
                    <a:pt x="53156" y="105469"/>
                  </a:lnTo>
                  <a:cubicBezTo>
                    <a:pt x="53156" y="106594"/>
                    <a:pt x="52594" y="107438"/>
                    <a:pt x="51750" y="108000"/>
                  </a:cubicBezTo>
                  <a:cubicBezTo>
                    <a:pt x="50906" y="108563"/>
                    <a:pt x="49781" y="108282"/>
                    <a:pt x="48938" y="107719"/>
                  </a:cubicBezTo>
                  <a:lnTo>
                    <a:pt x="26719" y="92250"/>
                  </a:lnTo>
                  <a:lnTo>
                    <a:pt x="4500" y="107719"/>
                  </a:lnTo>
                  <a:cubicBezTo>
                    <a:pt x="3938" y="108000"/>
                    <a:pt x="3375" y="108282"/>
                    <a:pt x="2813" y="108282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</p:grpSp>
      <p:sp>
        <p:nvSpPr>
          <p:cNvPr id="13" name="图形 1"/>
          <p:cNvSpPr/>
          <p:nvPr/>
        </p:nvSpPr>
        <p:spPr>
          <a:xfrm>
            <a:off x="1683161" y="5300716"/>
            <a:ext cx="293022" cy="292586"/>
          </a:xfrm>
          <a:custGeom>
            <a:avLst/>
            <a:gdLst>
              <a:gd name="connsiteX0" fmla="*/ 293023 w 293022"/>
              <a:gd name="connsiteY0" fmla="*/ 292586 h 292586"/>
              <a:gd name="connsiteX1" fmla="*/ 280812 w 293022"/>
              <a:gd name="connsiteY1" fmla="*/ 292586 h 292586"/>
              <a:gd name="connsiteX2" fmla="*/ 146512 w 293022"/>
              <a:gd name="connsiteY2" fmla="*/ 176771 h 292586"/>
              <a:gd name="connsiteX3" fmla="*/ 12209 w 293022"/>
              <a:gd name="connsiteY3" fmla="*/ 292586 h 292586"/>
              <a:gd name="connsiteX4" fmla="*/ 0 w 293022"/>
              <a:gd name="connsiteY4" fmla="*/ 292586 h 292586"/>
              <a:gd name="connsiteX5" fmla="*/ 102845 w 293022"/>
              <a:gd name="connsiteY5" fmla="*/ 168592 h 292586"/>
              <a:gd name="connsiteX6" fmla="*/ 54943 w 293022"/>
              <a:gd name="connsiteY6" fmla="*/ 91433 h 292586"/>
              <a:gd name="connsiteX7" fmla="*/ 146512 w 293022"/>
              <a:gd name="connsiteY7" fmla="*/ 0 h 292586"/>
              <a:gd name="connsiteX8" fmla="*/ 238081 w 293022"/>
              <a:gd name="connsiteY8" fmla="*/ 91433 h 292586"/>
              <a:gd name="connsiteX9" fmla="*/ 190178 w 293022"/>
              <a:gd name="connsiteY9" fmla="*/ 168592 h 292586"/>
              <a:gd name="connsiteX10" fmla="*/ 293023 w 293022"/>
              <a:gd name="connsiteY10" fmla="*/ 292586 h 292586"/>
              <a:gd name="connsiteX11" fmla="*/ 225871 w 293022"/>
              <a:gd name="connsiteY11" fmla="*/ 91433 h 292586"/>
              <a:gd name="connsiteX12" fmla="*/ 146512 w 293022"/>
              <a:gd name="connsiteY12" fmla="*/ 12191 h 292586"/>
              <a:gd name="connsiteX13" fmla="*/ 67151 w 293022"/>
              <a:gd name="connsiteY13" fmla="*/ 91433 h 292586"/>
              <a:gd name="connsiteX14" fmla="*/ 146512 w 293022"/>
              <a:gd name="connsiteY14" fmla="*/ 164581 h 292586"/>
              <a:gd name="connsiteX15" fmla="*/ 225871 w 293022"/>
              <a:gd name="connsiteY15" fmla="*/ 91433 h 29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3022" h="292586">
                <a:moveTo>
                  <a:pt x="293023" y="292586"/>
                </a:moveTo>
                <a:lnTo>
                  <a:pt x="280812" y="292586"/>
                </a:lnTo>
                <a:cubicBezTo>
                  <a:pt x="272957" y="228455"/>
                  <a:pt x="211525" y="176771"/>
                  <a:pt x="146512" y="176771"/>
                </a:cubicBezTo>
                <a:cubicBezTo>
                  <a:pt x="81497" y="176771"/>
                  <a:pt x="20066" y="228455"/>
                  <a:pt x="12209" y="292586"/>
                </a:cubicBezTo>
                <a:lnTo>
                  <a:pt x="0" y="292586"/>
                </a:lnTo>
                <a:cubicBezTo>
                  <a:pt x="6429" y="233453"/>
                  <a:pt x="48337" y="184981"/>
                  <a:pt x="102845" y="168592"/>
                </a:cubicBezTo>
                <a:cubicBezTo>
                  <a:pt x="74884" y="153646"/>
                  <a:pt x="54943" y="125848"/>
                  <a:pt x="54943" y="91433"/>
                </a:cubicBezTo>
                <a:cubicBezTo>
                  <a:pt x="54943" y="42060"/>
                  <a:pt x="98095" y="0"/>
                  <a:pt x="146512" y="0"/>
                </a:cubicBezTo>
                <a:cubicBezTo>
                  <a:pt x="194927" y="0"/>
                  <a:pt x="238081" y="42060"/>
                  <a:pt x="238081" y="91433"/>
                </a:cubicBezTo>
                <a:cubicBezTo>
                  <a:pt x="238081" y="125848"/>
                  <a:pt x="218130" y="153646"/>
                  <a:pt x="190178" y="168592"/>
                </a:cubicBezTo>
                <a:cubicBezTo>
                  <a:pt x="244681" y="184981"/>
                  <a:pt x="286593" y="233453"/>
                  <a:pt x="293023" y="292586"/>
                </a:cubicBezTo>
                <a:close/>
                <a:moveTo>
                  <a:pt x="225871" y="91433"/>
                </a:moveTo>
                <a:cubicBezTo>
                  <a:pt x="225871" y="51038"/>
                  <a:pt x="186124" y="12191"/>
                  <a:pt x="146512" y="12191"/>
                </a:cubicBezTo>
                <a:cubicBezTo>
                  <a:pt x="106899" y="12191"/>
                  <a:pt x="67151" y="51038"/>
                  <a:pt x="67151" y="91433"/>
                </a:cubicBezTo>
                <a:cubicBezTo>
                  <a:pt x="67151" y="131830"/>
                  <a:pt x="106899" y="164581"/>
                  <a:pt x="146512" y="164581"/>
                </a:cubicBezTo>
                <a:cubicBezTo>
                  <a:pt x="186124" y="164581"/>
                  <a:pt x="225871" y="131830"/>
                  <a:pt x="225871" y="91433"/>
                </a:cubicBezTo>
                <a:close/>
              </a:path>
            </a:pathLst>
          </a:custGeom>
          <a:solidFill>
            <a:schemeClr val="accent1"/>
          </a:soli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037098" y="5262096"/>
            <a:ext cx="1539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面试人：</a:t>
            </a:r>
            <a:r>
              <a:rPr lang="en-US" altLang="zh-CN" dirty="0">
                <a:latin typeface="+mj-ea"/>
                <a:ea typeface="+mj-ea"/>
              </a:rPr>
              <a:t>XXX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81684" y="5262096"/>
            <a:ext cx="17678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+mj-ea"/>
                <a:ea typeface="+mj-ea"/>
              </a:rPr>
              <a:t>申请专业：</a:t>
            </a:r>
            <a:r>
              <a:rPr lang="en-US" altLang="zh-CN" dirty="0">
                <a:latin typeface="+mj-ea"/>
                <a:ea typeface="+mj-ea"/>
              </a:rPr>
              <a:t>XXX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61969" y="5262096"/>
            <a:ext cx="13106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时间：</a:t>
            </a:r>
            <a:r>
              <a:rPr lang="en-US" altLang="zh-CN" dirty="0">
                <a:latin typeface="+mj-ea"/>
                <a:ea typeface="+mj-ea"/>
              </a:rPr>
              <a:t>XXX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7" name="Freeform 21"/>
          <p:cNvSpPr>
            <a:spLocks noEditPoints="1"/>
          </p:cNvSpPr>
          <p:nvPr/>
        </p:nvSpPr>
        <p:spPr bwMode="auto">
          <a:xfrm>
            <a:off x="8482465" y="5284762"/>
            <a:ext cx="324000" cy="324000"/>
          </a:xfrm>
          <a:custGeom>
            <a:avLst/>
            <a:gdLst>
              <a:gd name="T0" fmla="*/ 297 w 593"/>
              <a:gd name="T1" fmla="*/ 0 h 582"/>
              <a:gd name="T2" fmla="*/ 593 w 593"/>
              <a:gd name="T3" fmla="*/ 291 h 582"/>
              <a:gd name="T4" fmla="*/ 297 w 593"/>
              <a:gd name="T5" fmla="*/ 582 h 582"/>
              <a:gd name="T6" fmla="*/ 0 w 593"/>
              <a:gd name="T7" fmla="*/ 291 h 582"/>
              <a:gd name="T8" fmla="*/ 297 w 593"/>
              <a:gd name="T9" fmla="*/ 0 h 582"/>
              <a:gd name="T10" fmla="*/ 328 w 593"/>
              <a:gd name="T11" fmla="*/ 309 h 582"/>
              <a:gd name="T12" fmla="*/ 291 w 593"/>
              <a:gd name="T13" fmla="*/ 327 h 582"/>
              <a:gd name="T14" fmla="*/ 262 w 593"/>
              <a:gd name="T15" fmla="*/ 285 h 582"/>
              <a:gd name="T16" fmla="*/ 304 w 593"/>
              <a:gd name="T17" fmla="*/ 255 h 582"/>
              <a:gd name="T18" fmla="*/ 313 w 593"/>
              <a:gd name="T19" fmla="*/ 259 h 582"/>
              <a:gd name="T20" fmla="*/ 316 w 593"/>
              <a:gd name="T21" fmla="*/ 258 h 582"/>
              <a:gd name="T22" fmla="*/ 423 w 593"/>
              <a:gd name="T23" fmla="*/ 158 h 582"/>
              <a:gd name="T24" fmla="*/ 439 w 593"/>
              <a:gd name="T25" fmla="*/ 174 h 582"/>
              <a:gd name="T26" fmla="*/ 331 w 593"/>
              <a:gd name="T27" fmla="*/ 275 h 582"/>
              <a:gd name="T28" fmla="*/ 331 w 593"/>
              <a:gd name="T29" fmla="*/ 278 h 582"/>
              <a:gd name="T30" fmla="*/ 333 w 593"/>
              <a:gd name="T31" fmla="*/ 286 h 582"/>
              <a:gd name="T32" fmla="*/ 334 w 593"/>
              <a:gd name="T33" fmla="*/ 287 h 582"/>
              <a:gd name="T34" fmla="*/ 428 w 593"/>
              <a:gd name="T35" fmla="*/ 304 h 582"/>
              <a:gd name="T36" fmla="*/ 424 w 593"/>
              <a:gd name="T37" fmla="*/ 325 h 582"/>
              <a:gd name="T38" fmla="*/ 331 w 593"/>
              <a:gd name="T39" fmla="*/ 308 h 582"/>
              <a:gd name="T40" fmla="*/ 328 w 593"/>
              <a:gd name="T41" fmla="*/ 309 h 582"/>
              <a:gd name="T42" fmla="*/ 294 w 593"/>
              <a:gd name="T43" fmla="*/ 309 h 582"/>
              <a:gd name="T44" fmla="*/ 300 w 593"/>
              <a:gd name="T45" fmla="*/ 273 h 582"/>
              <a:gd name="T46" fmla="*/ 294 w 593"/>
              <a:gd name="T47" fmla="*/ 309 h 582"/>
              <a:gd name="T48" fmla="*/ 297 w 593"/>
              <a:gd name="T49" fmla="*/ 39 h 582"/>
              <a:gd name="T50" fmla="*/ 554 w 593"/>
              <a:gd name="T51" fmla="*/ 291 h 582"/>
              <a:gd name="T52" fmla="*/ 297 w 593"/>
              <a:gd name="T53" fmla="*/ 544 h 582"/>
              <a:gd name="T54" fmla="*/ 40 w 593"/>
              <a:gd name="T55" fmla="*/ 291 h 582"/>
              <a:gd name="T56" fmla="*/ 297 w 593"/>
              <a:gd name="T57" fmla="*/ 39 h 582"/>
              <a:gd name="T58" fmla="*/ 297 w 593"/>
              <a:gd name="T59" fmla="*/ 451 h 582"/>
              <a:gd name="T60" fmla="*/ 326 w 593"/>
              <a:gd name="T61" fmla="*/ 479 h 582"/>
              <a:gd name="T62" fmla="*/ 297 w 593"/>
              <a:gd name="T63" fmla="*/ 508 h 582"/>
              <a:gd name="T64" fmla="*/ 268 w 593"/>
              <a:gd name="T65" fmla="*/ 479 h 582"/>
              <a:gd name="T66" fmla="*/ 297 w 593"/>
              <a:gd name="T67" fmla="*/ 451 h 582"/>
              <a:gd name="T68" fmla="*/ 297 w 593"/>
              <a:gd name="T69" fmla="*/ 74 h 582"/>
              <a:gd name="T70" fmla="*/ 337 w 593"/>
              <a:gd name="T71" fmla="*/ 114 h 582"/>
              <a:gd name="T72" fmla="*/ 297 w 593"/>
              <a:gd name="T73" fmla="*/ 154 h 582"/>
              <a:gd name="T74" fmla="*/ 256 w 593"/>
              <a:gd name="T75" fmla="*/ 114 h 582"/>
              <a:gd name="T76" fmla="*/ 297 w 593"/>
              <a:gd name="T77" fmla="*/ 74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93" h="582">
                <a:moveTo>
                  <a:pt x="297" y="0"/>
                </a:moveTo>
                <a:cubicBezTo>
                  <a:pt x="461" y="0"/>
                  <a:pt x="593" y="130"/>
                  <a:pt x="593" y="291"/>
                </a:cubicBezTo>
                <a:cubicBezTo>
                  <a:pt x="593" y="452"/>
                  <a:pt x="461" y="582"/>
                  <a:pt x="297" y="582"/>
                </a:cubicBezTo>
                <a:cubicBezTo>
                  <a:pt x="133" y="582"/>
                  <a:pt x="0" y="452"/>
                  <a:pt x="0" y="291"/>
                </a:cubicBezTo>
                <a:cubicBezTo>
                  <a:pt x="0" y="130"/>
                  <a:pt x="133" y="0"/>
                  <a:pt x="297" y="0"/>
                </a:cubicBezTo>
                <a:close/>
                <a:moveTo>
                  <a:pt x="328" y="309"/>
                </a:moveTo>
                <a:cubicBezTo>
                  <a:pt x="321" y="322"/>
                  <a:pt x="306" y="330"/>
                  <a:pt x="291" y="327"/>
                </a:cubicBezTo>
                <a:cubicBezTo>
                  <a:pt x="271" y="323"/>
                  <a:pt x="258" y="304"/>
                  <a:pt x="262" y="285"/>
                </a:cubicBezTo>
                <a:cubicBezTo>
                  <a:pt x="266" y="265"/>
                  <a:pt x="284" y="252"/>
                  <a:pt x="304" y="255"/>
                </a:cubicBezTo>
                <a:cubicBezTo>
                  <a:pt x="307" y="256"/>
                  <a:pt x="311" y="257"/>
                  <a:pt x="313" y="259"/>
                </a:cubicBezTo>
                <a:cubicBezTo>
                  <a:pt x="314" y="259"/>
                  <a:pt x="315" y="259"/>
                  <a:pt x="316" y="258"/>
                </a:cubicBezTo>
                <a:cubicBezTo>
                  <a:pt x="351" y="225"/>
                  <a:pt x="387" y="191"/>
                  <a:pt x="423" y="158"/>
                </a:cubicBezTo>
                <a:cubicBezTo>
                  <a:pt x="434" y="147"/>
                  <a:pt x="450" y="164"/>
                  <a:pt x="439" y="174"/>
                </a:cubicBezTo>
                <a:cubicBezTo>
                  <a:pt x="403" y="208"/>
                  <a:pt x="367" y="242"/>
                  <a:pt x="331" y="275"/>
                </a:cubicBezTo>
                <a:cubicBezTo>
                  <a:pt x="330" y="276"/>
                  <a:pt x="330" y="277"/>
                  <a:pt x="331" y="278"/>
                </a:cubicBezTo>
                <a:cubicBezTo>
                  <a:pt x="332" y="280"/>
                  <a:pt x="332" y="283"/>
                  <a:pt x="333" y="286"/>
                </a:cubicBezTo>
                <a:cubicBezTo>
                  <a:pt x="333" y="287"/>
                  <a:pt x="333" y="287"/>
                  <a:pt x="334" y="287"/>
                </a:cubicBezTo>
                <a:cubicBezTo>
                  <a:pt x="365" y="292"/>
                  <a:pt x="397" y="299"/>
                  <a:pt x="428" y="304"/>
                </a:cubicBezTo>
                <a:cubicBezTo>
                  <a:pt x="445" y="307"/>
                  <a:pt x="441" y="328"/>
                  <a:pt x="424" y="325"/>
                </a:cubicBezTo>
                <a:cubicBezTo>
                  <a:pt x="393" y="319"/>
                  <a:pt x="361" y="314"/>
                  <a:pt x="331" y="308"/>
                </a:cubicBezTo>
                <a:cubicBezTo>
                  <a:pt x="330" y="308"/>
                  <a:pt x="329" y="308"/>
                  <a:pt x="328" y="309"/>
                </a:cubicBezTo>
                <a:close/>
                <a:moveTo>
                  <a:pt x="294" y="309"/>
                </a:moveTo>
                <a:cubicBezTo>
                  <a:pt x="271" y="305"/>
                  <a:pt x="277" y="269"/>
                  <a:pt x="300" y="273"/>
                </a:cubicBezTo>
                <a:cubicBezTo>
                  <a:pt x="324" y="277"/>
                  <a:pt x="317" y="313"/>
                  <a:pt x="294" y="309"/>
                </a:cubicBezTo>
                <a:close/>
                <a:moveTo>
                  <a:pt x="297" y="39"/>
                </a:moveTo>
                <a:cubicBezTo>
                  <a:pt x="439" y="39"/>
                  <a:pt x="554" y="152"/>
                  <a:pt x="554" y="291"/>
                </a:cubicBezTo>
                <a:cubicBezTo>
                  <a:pt x="554" y="430"/>
                  <a:pt x="439" y="544"/>
                  <a:pt x="297" y="544"/>
                </a:cubicBezTo>
                <a:cubicBezTo>
                  <a:pt x="155" y="544"/>
                  <a:pt x="40" y="430"/>
                  <a:pt x="40" y="291"/>
                </a:cubicBezTo>
                <a:cubicBezTo>
                  <a:pt x="40" y="152"/>
                  <a:pt x="155" y="39"/>
                  <a:pt x="297" y="39"/>
                </a:cubicBezTo>
                <a:close/>
                <a:moveTo>
                  <a:pt x="297" y="451"/>
                </a:moveTo>
                <a:cubicBezTo>
                  <a:pt x="313" y="451"/>
                  <a:pt x="326" y="463"/>
                  <a:pt x="326" y="479"/>
                </a:cubicBezTo>
                <a:cubicBezTo>
                  <a:pt x="326" y="495"/>
                  <a:pt x="313" y="508"/>
                  <a:pt x="297" y="508"/>
                </a:cubicBezTo>
                <a:cubicBezTo>
                  <a:pt x="281" y="508"/>
                  <a:pt x="268" y="495"/>
                  <a:pt x="268" y="479"/>
                </a:cubicBezTo>
                <a:cubicBezTo>
                  <a:pt x="268" y="463"/>
                  <a:pt x="281" y="451"/>
                  <a:pt x="297" y="451"/>
                </a:cubicBezTo>
                <a:close/>
                <a:moveTo>
                  <a:pt x="297" y="74"/>
                </a:moveTo>
                <a:cubicBezTo>
                  <a:pt x="319" y="74"/>
                  <a:pt x="337" y="92"/>
                  <a:pt x="337" y="114"/>
                </a:cubicBezTo>
                <a:cubicBezTo>
                  <a:pt x="337" y="136"/>
                  <a:pt x="319" y="154"/>
                  <a:pt x="297" y="154"/>
                </a:cubicBezTo>
                <a:cubicBezTo>
                  <a:pt x="274" y="154"/>
                  <a:pt x="256" y="136"/>
                  <a:pt x="256" y="114"/>
                </a:cubicBezTo>
                <a:cubicBezTo>
                  <a:pt x="256" y="92"/>
                  <a:pt x="274" y="74"/>
                  <a:pt x="297" y="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2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3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4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5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6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7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8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9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0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1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2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3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4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5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6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7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8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19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20.xml><?xml version="1.0" encoding="utf-8"?>
<p:tagLst xmlns:p="http://schemas.openxmlformats.org/presentationml/2006/main">
  <p:tag name="KSO_WM_DIAGRAM_VIRTUALLY_FRAME" val="{&quot;height&quot;:398.751181102362,&quot;left&quot;:504.12897637795277,&quot;top&quot;:63.34944881889764,&quot;width&quot;:365.72992125984246}"/>
</p:tagLst>
</file>

<file path=ppt/tags/tag21.xml><?xml version="1.0" encoding="utf-8"?>
<p:tagLst xmlns:p="http://schemas.openxmlformats.org/presentationml/2006/main">
  <p:tag name="ISLIDE.ICON" val="#95186;"/>
</p:tagLst>
</file>

<file path=ppt/tags/tag22.xml><?xml version="1.0" encoding="utf-8"?>
<p:tagLst xmlns:p="http://schemas.openxmlformats.org/presentationml/2006/main">
  <p:tag name="ISLIDE.ICON" val="#67439;#165002;#147859;#391919;#381915;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DIAGRAM_VIRTUALLY_FRAME" val="{&quot;height&quot;:252.68681102362206,&quot;left&quot;:227.47633858267713,&quot;top&quot;:167.16318897637794,&quot;width&quot;:671.9236614173229}"/>
</p:tagLst>
</file>

<file path=ppt/tags/tag25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26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27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28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29.xml><?xml version="1.0" encoding="utf-8"?>
<p:tagLst xmlns:p="http://schemas.openxmlformats.org/presentationml/2006/main">
  <p:tag name="KSO_WM_DIAGRAM_VIRTUALLY_FRAME" val="{&quot;height&quot;:252.68681102362206,&quot;left&quot;:227.47633858267713,&quot;top&quot;:167.16318897637794,&quot;width&quot;:671.9236614173229}"/>
</p:tagLst>
</file>

<file path=ppt/tags/tag30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31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32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33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34.xml><?xml version="1.0" encoding="utf-8"?>
<p:tagLst xmlns:p="http://schemas.openxmlformats.org/presentationml/2006/main">
  <p:tag name="KSO_WM_DIAGRAM_VIRTUALLY_FRAME" val="{&quot;height&quot;:252.68681102362206,&quot;left&quot;:227.47633858267713,&quot;top&quot;:167.16318897637794,&quot;width&quot;:671.9236614173229}"/>
</p:tagLst>
</file>

<file path=ppt/tags/tag35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36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37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38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39.xml><?xml version="1.0" encoding="utf-8"?>
<p:tagLst xmlns:p="http://schemas.openxmlformats.org/presentationml/2006/main">
  <p:tag name="KSO_WM_DIAGRAM_VIRTUALLY_FRAME" val="{&quot;height&quot;:252.68681102362206,&quot;left&quot;:227.47633858267713,&quot;top&quot;:167.16318897637794,&quot;width&quot;:671.9236614173229}"/>
</p:tagLst>
</file>

<file path=ppt/tags/tag40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41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42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43.xml><?xml version="1.0" encoding="utf-8"?>
<p:tagLst xmlns:p="http://schemas.openxmlformats.org/presentationml/2006/main">
  <p:tag name="KSO_WM_BEAUTIFY_FLAG" val=""/>
  <p:tag name="KSO_WM_DIAGRAM_VIRTUALLY_FRAME" val="{&quot;height&quot;:252.68681102362206,&quot;left&quot;:227.47633858267713,&quot;top&quot;:167.16318897637794,&quot;width&quot;:671.9236614173229}"/>
</p:tagLst>
</file>

<file path=ppt/tags/tag44.xml><?xml version="1.0" encoding="utf-8"?>
<p:tagLst xmlns:p="http://schemas.openxmlformats.org/presentationml/2006/main">
  <p:tag name="KSO_WM_DIAGRAM_VIRTUALLY_FRAME" val="{&quot;height&quot;:252.68681102362206,&quot;left&quot;:356.62633858267714,&quot;top&quot;:172.86318897637796,&quot;width&quot;:926.1236614173229}"/>
</p:tagLst>
</file>

<file path=ppt/tags/tag45.xml><?xml version="1.0" encoding="utf-8"?>
<p:tagLst xmlns:p="http://schemas.openxmlformats.org/presentationml/2006/main">
  <p:tag name="ISLIDE.ICON" val="#67439;#165002;#147859;#391919;#381915;"/>
</p:tagLst>
</file>

<file path=ppt/tags/tag46.xml><?xml version="1.0" encoding="utf-8"?>
<p:tagLst xmlns:p="http://schemas.openxmlformats.org/presentationml/2006/main">
  <p:tag name="KSO_WM_DIAGRAM_VIRTUALLY_FRAME" val="{&quot;height&quot;:252.68681102362206,&quot;left&quot;:356.62633858267714,&quot;top&quot;:172.86318897637796,&quot;width&quot;:926.1236614173229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6_4*l_h_i*1_1_1"/>
  <p:tag name="KSO_WM_TEMPLATE_CATEGORY" val="diagram"/>
  <p:tag name="KSO_WM_TEMPLATE_INDEX" val="202309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8"/>
  <p:tag name="KSO_WM_DIAGRAM_MIN_ITEMCNT" val="5"/>
  <p:tag name="KSO_WM_DIAGRAM_VIRTUALLY_FRAME" val="{&quot;height&quot;:337.7138183593753,&quot;left&quot;:90.96082472419793,&quot;top&quot;:187.51559153513503,&quot;width&quot;:797.636472820449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3499999940395355,&quot;colorType&quot;:1,&quot;foreColorIndex&quot;:13,&quot;transparency&quot;:0.6000000238418579},&quot;threeD&quot;:{&quot;curvedSurface&quot;:{&quot;brightness&quot;:-0.15000000596046448,&quot;colorType&quot;:1,&quot;foreColorIndex&quot;:14},&quot;depth&quot;:{&quot;brightness&quot;:-0.15000000596046448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-0.05"/>
  <p:tag name="KSO_WM_DIAGRAM_USE_COLOR_VALUE" val="{&quot;color_scheme&quot;:1,&quot;color_type&quot;:1,&quot;theme_color_indexes&quot;:[10,10,10,10,10,10]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6_4*l_h_i*1_1_1"/>
  <p:tag name="KSO_WM_TEMPLATE_CATEGORY" val="diagram"/>
  <p:tag name="KSO_WM_TEMPLATE_INDEX" val="202309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8"/>
  <p:tag name="KSO_WM_DIAGRAM_MIN_ITEMCNT" val="5"/>
  <p:tag name="KSO_WM_DIAGRAM_VIRTUALLY_FRAME" val="{&quot;height&quot;:337.7138183593753,&quot;left&quot;:90.96082472419793,&quot;top&quot;:187.51559153513503,&quot;width&quot;:797.636472820449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3499999940395355,&quot;colorType&quot;:1,&quot;foreColorIndex&quot;:13,&quot;transparency&quot;:0.6000000238418579},&quot;threeD&quot;:{&quot;curvedSurface&quot;:{&quot;brightness&quot;:-0.15000000596046448,&quot;colorType&quot;:1,&quot;foreColorIndex&quot;:14},&quot;depth&quot;:{&quot;brightness&quot;:-0.15000000596046448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-0.05"/>
  <p:tag name="KSO_WM_DIAGRAM_USE_COLOR_VALUE" val="{&quot;color_scheme&quot;:1,&quot;color_type&quot;:1,&quot;theme_color_indexes&quot;:[10,10,10,10,10,10]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6_4*l_h_i*1_1_1"/>
  <p:tag name="KSO_WM_TEMPLATE_CATEGORY" val="diagram"/>
  <p:tag name="KSO_WM_TEMPLATE_INDEX" val="202309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8"/>
  <p:tag name="KSO_WM_DIAGRAM_MIN_ITEMCNT" val="5"/>
  <p:tag name="KSO_WM_DIAGRAM_VIRTUALLY_FRAME" val="{&quot;height&quot;:337.7138183593753,&quot;left&quot;:90.96082472419793,&quot;top&quot;:187.51559153513503,&quot;width&quot;:797.636472820449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3499999940395355,&quot;colorType&quot;:1,&quot;foreColorIndex&quot;:13,&quot;transparency&quot;:0.6000000238418579},&quot;threeD&quot;:{&quot;curvedSurface&quot;:{&quot;brightness&quot;:-0.15000000596046448,&quot;colorType&quot;:1,&quot;foreColorIndex&quot;:14},&quot;depth&quot;:{&quot;brightness&quot;:-0.15000000596046448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-0.05"/>
  <p:tag name="KSO_WM_DIAGRAM_USE_COLOR_VALUE" val="{&quot;color_scheme&quot;:1,&quot;color_type&quot;:1,&quot;theme_color_indexes&quot;:[10,10,10,10,10,10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6_4*l_h_i*1_1_1"/>
  <p:tag name="KSO_WM_TEMPLATE_CATEGORY" val="diagram"/>
  <p:tag name="KSO_WM_TEMPLATE_INDEX" val="202309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8"/>
  <p:tag name="KSO_WM_DIAGRAM_MIN_ITEMCNT" val="5"/>
  <p:tag name="KSO_WM_DIAGRAM_VIRTUALLY_FRAME" val="{&quot;height&quot;:337.7138183593753,&quot;left&quot;:90.96082472419793,&quot;top&quot;:187.51559153513503,&quot;width&quot;:797.636472820449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3499999940395355,&quot;colorType&quot;:1,&quot;foreColorIndex&quot;:13,&quot;transparency&quot;:0.6000000238418579},&quot;threeD&quot;:{&quot;curvedSurface&quot;:{&quot;brightness&quot;:-0.15000000596046448,&quot;colorType&quot;:1,&quot;foreColorIndex&quot;:14},&quot;depth&quot;:{&quot;brightness&quot;:-0.15000000596046448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-0.05"/>
  <p:tag name="KSO_WM_DIAGRAM_USE_COLOR_VALUE" val="{&quot;color_scheme&quot;:1,&quot;color_type&quot;:1,&quot;theme_color_indexes&quot;:[10,10,10,10,10,10]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6_4*l_h_i*1_1_1"/>
  <p:tag name="KSO_WM_TEMPLATE_CATEGORY" val="diagram"/>
  <p:tag name="KSO_WM_TEMPLATE_INDEX" val="202309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8"/>
  <p:tag name="KSO_WM_DIAGRAM_MIN_ITEMCNT" val="5"/>
  <p:tag name="KSO_WM_DIAGRAM_VIRTUALLY_FRAME" val="{&quot;height&quot;:337.7138183593753,&quot;left&quot;:90.96082472419793,&quot;top&quot;:187.51559153513503,&quot;width&quot;:797.636472820449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3499999940395355,&quot;colorType&quot;:1,&quot;foreColorIndex&quot;:13,&quot;transparency&quot;:0.6000000238418579},&quot;threeD&quot;:{&quot;curvedSurface&quot;:{&quot;brightness&quot;:-0.15000000596046448,&quot;colorType&quot;:1,&quot;foreColorIndex&quot;:14},&quot;depth&quot;:{&quot;brightness&quot;:-0.15000000596046448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-0.05"/>
  <p:tag name="KSO_WM_DIAGRAM_USE_COLOR_VALUE" val="{&quot;color_scheme&quot;:1,&quot;color_type&quot;:1,&quot;theme_color_indexes&quot;:[10,10,10,10,10,10]}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6_4*l_h_i*1_1_1"/>
  <p:tag name="KSO_WM_TEMPLATE_CATEGORY" val="diagram"/>
  <p:tag name="KSO_WM_TEMPLATE_INDEX" val="2023096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8"/>
  <p:tag name="KSO_WM_DIAGRAM_MIN_ITEMCNT" val="5"/>
  <p:tag name="KSO_WM_DIAGRAM_VIRTUALLY_FRAME" val="{&quot;height&quot;:337.7138183593753,&quot;left&quot;:90.96082472419793,&quot;top&quot;:187.51559153513503,&quot;width&quot;:797.636472820449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.3499999940395355,&quot;colorType&quot;:1,&quot;foreColorIndex&quot;:13,&quot;transparency&quot;:0.6000000238418579},&quot;threeD&quot;:{&quot;curvedSurface&quot;:{&quot;brightness&quot;:-0.15000000596046448,&quot;colorType&quot;:1,&quot;foreColorIndex&quot;:14},&quot;depth&quot;:{&quot;brightness&quot;:-0.15000000596046448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-0.05"/>
  <p:tag name="KSO_WM_DIAGRAM_USE_COLOR_VALUE" val="{&quot;color_scheme&quot;:1,&quot;color_type&quot;:1,&quot;theme_color_indexes&quot;:[10,10,10,10,10,10]}"/>
</p:tagLst>
</file>

<file path=ppt/tags/tag53.xml><?xml version="1.0" encoding="utf-8"?>
<p:tagLst xmlns:p="http://schemas.openxmlformats.org/presentationml/2006/main">
  <p:tag name="ISLIDE.ICON" val="#67439;#165002;#147859;#391919;#381915;"/>
</p:tagLst>
</file>

<file path=ppt/tags/tag54.xml><?xml version="1.0" encoding="utf-8"?>
<p:tagLst xmlns:p="http://schemas.openxmlformats.org/presentationml/2006/main">
  <p:tag name="KSO_WM_DIAGRAM_VIRTUALLY_FRAME" val="{&quot;height&quot;:252.68681102362206,&quot;left&quot;:356.62633858267714,&quot;top&quot;:172.86318897637796,&quot;width&quot;:926.1236614173229}"/>
</p:tagLst>
</file>

<file path=ppt/tags/tag55.xml><?xml version="1.0" encoding="utf-8"?>
<p:tagLst xmlns:p="http://schemas.openxmlformats.org/presentationml/2006/main">
  <p:tag name="TABLE_ENDDRAG_ORIGIN_RECT" val="637*299"/>
  <p:tag name="TABLE_ENDDRAG_RECT" val="48*164*637*299"/>
</p:tagLst>
</file>

<file path=ppt/tags/tag56.xml><?xml version="1.0" encoding="utf-8"?>
<p:tagLst xmlns:p="http://schemas.openxmlformats.org/presentationml/2006/main">
  <p:tag name="ISLIDE.ICON" val="#67439;#165002;#147859;#391919;#381915;"/>
</p:tagLst>
</file>

<file path=ppt/tags/tag57.xml><?xml version="1.0" encoding="utf-8"?>
<p:tagLst xmlns:p="http://schemas.openxmlformats.org/presentationml/2006/main">
  <p:tag name="ISLIDE.ICON" val="#95186;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ISLIDE.ICON" val="#67439;#165002;#147859;#391919;#381915;"/>
</p:tagLst>
</file>

<file path=ppt/tags/tag70.xml><?xml version="1.0" encoding="utf-8"?>
<p:tagLst xmlns:p="http://schemas.openxmlformats.org/presentationml/2006/main">
  <p:tag name="ISLIDE.ICON" val="#67439;#165002;#147859;#391919;#381915;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75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76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77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78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79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07.65,&quot;left&quot;:254.45,&quot;top&quot;:257.85,&quot;width&quot;:671.65}"/>
</p:tagLst>
</file>

<file path=ppt/tags/tag83.xml><?xml version="1.0" encoding="utf-8"?>
<p:tagLst xmlns:p="http://schemas.openxmlformats.org/presentationml/2006/main">
  <p:tag name="ISLIDE.ICON" val="#67439;#165002;#147859;#391919;#381915;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0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1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2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3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4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5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6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7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8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99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386.7,&quot;left&quot;:357.35,&quot;top&quot;:111.8,&quot;width&quot;:517.8}"/>
</p:tagLst>
</file>

<file path=ppt/tags/tag102.xml><?xml version="1.0" encoding="utf-8"?>
<p:tagLst xmlns:p="http://schemas.openxmlformats.org/presentationml/2006/main">
  <p:tag name="ISLIDE.ICON" val="#67439;#165002;#147859;#391919;#381915;"/>
  <p:tag name="resource_record_key" val="{&quot;13&quot;:[4364924]}"/>
</p:tagLst>
</file>

<file path=ppt/tags/tag103.xml><?xml version="1.0" encoding="utf-8"?>
<p:tagLst xmlns:p="http://schemas.openxmlformats.org/presentationml/2006/main">
  <p:tag name="ISLIDE.ICON" val="#67439;#165002;#147859;#391919;#381915;"/>
</p:tagLst>
</file>

<file path=ppt/tags/tag104.xml><?xml version="1.0" encoding="utf-8"?>
<p:tagLst xmlns:p="http://schemas.openxmlformats.org/presentationml/2006/main">
  <p:tag name="KSO_WM_DIAGRAM_VIRTUALLY_FRAME" val="{&quot;height&quot;:241.90464566929137,&quot;left&quot;:59.33566929133858,&quot;top&quot;:227.67858267716534,&quot;width&quot;:632.4361417322835}"/>
</p:tagLst>
</file>

<file path=ppt/tags/tag105.xml><?xml version="1.0" encoding="utf-8"?>
<p:tagLst xmlns:p="http://schemas.openxmlformats.org/presentationml/2006/main">
  <p:tag name="KSO_WM_DIAGRAM_VIRTUALLY_FRAME" val="{&quot;height&quot;:241.90464566929137,&quot;left&quot;:59.33566929133858,&quot;top&quot;:227.67858267716534,&quot;width&quot;:632.4361417322835}"/>
</p:tagLst>
</file>

<file path=ppt/tags/tag106.xml><?xml version="1.0" encoding="utf-8"?>
<p:tagLst xmlns:p="http://schemas.openxmlformats.org/presentationml/2006/main">
  <p:tag name="KSO_WM_DIAGRAM_VIRTUALLY_FRAME" val="{&quot;height&quot;:241.90464566929137,&quot;left&quot;:59.33566929133858,&quot;top&quot;:227.67858267716534,&quot;width&quot;:632.4361417322835}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41.90464566929137,&quot;left&quot;:59.33566929133858,&quot;top&quot;:227.67858267716534,&quot;width&quot;:632.4361417322835}"/>
</p:tagLst>
</file>

<file path=ppt/tags/tag110.xml><?xml version="1.0" encoding="utf-8"?>
<p:tagLst xmlns:p="http://schemas.openxmlformats.org/presentationml/2006/main">
  <p:tag name="KSO_WM_BEAUTIFY_FLAG" val=""/>
  <p:tag name="KSO_WM_DIAGRAM_VIRTUALLY_FRAME" val="{&quot;height&quot;:241.90464566929137,&quot;left&quot;:59.33566929133858,&quot;top&quot;:227.67858267716534,&quot;width&quot;:632.4361417322835}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  <p:tag name="KSO_WM_DIAGRAM_VIRTUALLY_FRAME" val="{&quot;height&quot;:241.90464566929137,&quot;left&quot;:59.33566929133858,&quot;top&quot;:227.67858267716534,&quot;width&quot;:632.4361417322835}"/>
</p:tagLst>
</file>

<file path=ppt/tags/tag114.xml><?xml version="1.0" encoding="utf-8"?>
<p:tagLst xmlns:p="http://schemas.openxmlformats.org/presentationml/2006/main">
  <p:tag name="KSO_WM_BEAUTIFY_FLAG" val=""/>
  <p:tag name="KSO_WM_DIAGRAM_VIRTUALLY_FRAME" val="{&quot;height&quot;:241.90464566929137,&quot;left&quot;:59.33566929133858,&quot;top&quot;:227.67858267716534,&quot;width&quot;:632.4361417322835}"/>
</p:tagLst>
</file>

<file path=ppt/tags/tag115.xml><?xml version="1.0" encoding="utf-8"?>
<p:tagLst xmlns:p="http://schemas.openxmlformats.org/presentationml/2006/main">
  <p:tag name="ISLIDE.ICON" val="#67439;#165002;#147859;#391919;#381915;"/>
</p:tagLst>
</file>

<file path=ppt/tags/tag116.xml><?xml version="1.0" encoding="utf-8"?>
<p:tagLst xmlns:p="http://schemas.openxmlformats.org/presentationml/2006/main">
  <p:tag name="ISLIDE.ICON" val="#95186;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ISLIDE.ICON" val="#67439;#165002;#147859;#391919;#381915;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ISLIDE.ICON" val="#67439;#165002;#147859;#391919;#381915;"/>
</p:tagLst>
</file>

<file path=ppt/tags/tag139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0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1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2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3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4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5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6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7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8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49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50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51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52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53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54.xml><?xml version="1.0" encoding="utf-8"?>
<p:tagLst xmlns:p="http://schemas.openxmlformats.org/presentationml/2006/main">
  <p:tag name="KSO_WM_DIAGRAM_VIRTUALLY_FRAME" val="{&quot;height&quot;:351.88450569523064,&quot;left&quot;:234.8,&quot;top&quot;:117.40188976377956,&quot;width&quot;:678.4000000000002}"/>
</p:tagLst>
</file>

<file path=ppt/tags/tag155.xml><?xml version="1.0" encoding="utf-8"?>
<p:tagLst xmlns:p="http://schemas.openxmlformats.org/presentationml/2006/main">
  <p:tag name="ISLIDE.ICON" val="#67439;#165002;#147859;#391919;#381915;"/>
</p:tagLst>
</file>

<file path=ppt/tags/tag156.xml><?xml version="1.0" encoding="utf-8"?>
<p:tagLst xmlns:p="http://schemas.openxmlformats.org/presentationml/2006/main">
  <p:tag name="KSO_WM_DIAGRAM_VIRTUALLY_FRAME" val="{&quot;height&quot;:280.5,&quot;left&quot;:271.8,&quot;top&quot;:133.24999999999997,&quot;width&quot;:635.45}"/>
</p:tagLst>
</file>

<file path=ppt/tags/tag157.xml><?xml version="1.0" encoding="utf-8"?>
<p:tagLst xmlns:p="http://schemas.openxmlformats.org/presentationml/2006/main">
  <p:tag name="KSO_WM_DIAGRAM_VIRTUALLY_FRAME" val="{&quot;height&quot;:280.5,&quot;left&quot;:271.8,&quot;top&quot;:133.24999999999997,&quot;width&quot;:635.45}"/>
</p:tagLst>
</file>

<file path=ppt/tags/tag158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59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60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61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62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63.xml><?xml version="1.0" encoding="utf-8"?>
<p:tagLst xmlns:p="http://schemas.openxmlformats.org/presentationml/2006/main">
  <p:tag name="KSO_WM_DIAGRAM_VIRTUALLY_FRAME" val="{&quot;height&quot;:280.5,&quot;left&quot;:271.8,&quot;top&quot;:133.24999999999997,&quot;width&quot;:635.45}"/>
</p:tagLst>
</file>

<file path=ppt/tags/tag164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65.xml><?xml version="1.0" encoding="utf-8"?>
<p:tagLst xmlns:p="http://schemas.openxmlformats.org/presentationml/2006/main">
  <p:tag name="KSO_WM_DIAGRAM_VIRTUALLY_FRAME" val="{&quot;height&quot;:280.5,&quot;left&quot;:271.8,&quot;top&quot;:133.24999999999997,&quot;width&quot;:635.45}"/>
</p:tagLst>
</file>

<file path=ppt/tags/tag166.xml><?xml version="1.0" encoding="utf-8"?>
<p:tagLst xmlns:p="http://schemas.openxmlformats.org/presentationml/2006/main">
  <p:tag name="KSO_WM_DIAGRAM_VIRTUALLY_FRAME" val="{&quot;height&quot;:280.5,&quot;left&quot;:271.8,&quot;top&quot;:133.24999999999997,&quot;width&quot;:635.45}"/>
</p:tagLst>
</file>

<file path=ppt/tags/tag167.xml><?xml version="1.0" encoding="utf-8"?>
<p:tagLst xmlns:p="http://schemas.openxmlformats.org/presentationml/2006/main">
  <p:tag name="KSO_WM_DIAGRAM_VIRTUALLY_FRAME" val="{&quot;height&quot;:280.5,&quot;left&quot;:271.8,&quot;top&quot;:133.24999999999997,&quot;width&quot;:635.45}"/>
</p:tagLst>
</file>

<file path=ppt/tags/tag168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69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70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71.xml><?xml version="1.0" encoding="utf-8"?>
<p:tagLst xmlns:p="http://schemas.openxmlformats.org/presentationml/2006/main">
  <p:tag name="KSO_WM_DIAGRAM_VIRTUALLY_FRAME" val="{&quot;height&quot;:280.5,&quot;left&quot;:271.8,&quot;top&quot;:133.24999999999997,&quot;width&quot;:635.45}"/>
</p:tagLst>
</file>

<file path=ppt/tags/tag172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73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74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75.xml><?xml version="1.0" encoding="utf-8"?>
<p:tagLst xmlns:p="http://schemas.openxmlformats.org/presentationml/2006/main">
  <p:tag name="KSO_WM_DIAGRAM_VIRTUALLY_FRAME" val="{&quot;height&quot;:280.5,&quot;left&quot;:271.8,&quot;top&quot;:133.24999999999997,&quot;width&quot;:635.45}"/>
</p:tagLst>
</file>

<file path=ppt/tags/tag176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77.xml><?xml version="1.0" encoding="utf-8"?>
<p:tagLst xmlns:p="http://schemas.openxmlformats.org/presentationml/2006/main">
  <p:tag name="KSO_WM_BEAUTIFY_FLAG" val=""/>
  <p:tag name="KSO_WM_DIAGRAM_VIRTUALLY_FRAME" val="{&quot;height&quot;:280.5,&quot;left&quot;:271.8,&quot;top&quot;:133.24999999999997,&quot;width&quot;:635.45}"/>
</p:tagLst>
</file>

<file path=ppt/tags/tag178.xml><?xml version="1.0" encoding="utf-8"?>
<p:tagLst xmlns:p="http://schemas.openxmlformats.org/presentationml/2006/main">
  <p:tag name="ISLIDE.ICON" val="#67439;#165002;#147859;#391919;#381915;"/>
</p:tagLst>
</file>

<file path=ppt/tags/tag179.xml><?xml version="1.0" encoding="utf-8"?>
<p:tagLst xmlns:p="http://schemas.openxmlformats.org/presentationml/2006/main">
  <p:tag name="ISLIDE.ICON" val="#95186;"/>
</p:tagLst>
</file>

<file path=ppt/tags/tag180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1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2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3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4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5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6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7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8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89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90.xml><?xml version="1.0" encoding="utf-8"?>
<p:tagLst xmlns:p="http://schemas.openxmlformats.org/presentationml/2006/main">
  <p:tag name="KSO_WM_DIAGRAM_VIRTUALLY_FRAME" val="{&quot;height&quot;:356.6068503937008,&quot;left&quot;:255.95,&quot;top&quot;:109.29055118110236,&quot;width&quot;:634.9}"/>
</p:tagLst>
</file>

<file path=ppt/tags/tag191.xml><?xml version="1.0" encoding="utf-8"?>
<p:tagLst xmlns:p="http://schemas.openxmlformats.org/presentationml/2006/main">
  <p:tag name="ISLIDE.ICON" val="#67439;#165002;#147859;#391919;#381915;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ISLIDE.ICON" val="#67439;#165002;#147859;#391919;#381915;"/>
</p:tagLst>
</file>

<file path=ppt/tags/tag201.xml><?xml version="1.0" encoding="utf-8"?>
<p:tagLst xmlns:p="http://schemas.openxmlformats.org/presentationml/2006/main">
  <p:tag name="resource_record_key" val="{&quot;13&quot;:[4364924]}"/>
</p:tagLst>
</file>

<file path=ppt/theme/theme1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25398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>
          <a:noFill/>
        </a:ln>
        <a:effectLst>
          <a:glow rad="63500">
            <a:srgbClr val="A5A5A5">
              <a:satMod val="175000"/>
              <a:alpha val="40000"/>
            </a:srgbClr>
          </a:glow>
        </a:effectLst>
      </a:spPr>
      <a:bodyPr rtlCol="0" anchor="ctr"/>
      <a:lstStyle>
        <a:defPPr algn="ctr">
          <a:defRPr lang="en-US" altLang="zh-CN" sz="2000" b="1" dirty="0">
            <a:solidFill>
              <a:srgbClr val="253988"/>
            </a:solidFill>
            <a:latin typeface="Arial Bold" panose="020B0704020202020204" charset="0"/>
            <a:ea typeface="微软雅黑" panose="020B0503020204020204" pitchFamily="34" charset="-122"/>
            <a:cs typeface="Arial Bold" panose="020B0704020202020204" charset="0"/>
          </a:defRPr>
        </a:defPPr>
      </a:lstStyle>
      <a:style>
        <a:lnRef idx="2">
          <a:srgbClr val="324A7A">
            <a:shade val="50000"/>
          </a:srgbClr>
        </a:lnRef>
        <a:fillRef idx="1">
          <a:srgbClr val="324A7A"/>
        </a:fillRef>
        <a:effectRef idx="0">
          <a:srgbClr val="324A7A"/>
        </a:effectRef>
        <a:fontRef idx="minor">
          <a:sysClr val="window" lastClr="FFFFFF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00B0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>
          <a:noFill/>
        </a:ln>
        <a:effectLst>
          <a:glow rad="63500">
            <a:srgbClr val="A5A5A5">
              <a:satMod val="175000"/>
              <a:alpha val="40000"/>
            </a:srgbClr>
          </a:glow>
        </a:effectLst>
      </a:spPr>
      <a:bodyPr rtlCol="0" anchor="ctr"/>
      <a:lstStyle>
        <a:defPPr algn="ctr">
          <a:defRPr lang="en-US" altLang="zh-CN" sz="2000" b="1" dirty="0">
            <a:solidFill>
              <a:srgbClr val="253988"/>
            </a:solidFill>
            <a:latin typeface="Arial Bold" panose="020B0704020202020204" charset="0"/>
            <a:ea typeface="微软雅黑" panose="020B0503020204020204" pitchFamily="34" charset="-122"/>
            <a:cs typeface="Arial Bold" panose="020B0704020202020204" charset="0"/>
          </a:defRPr>
        </a:defPPr>
      </a:lstStyle>
      <a:style>
        <a:lnRef idx="2">
          <a:srgbClr val="324A7A">
            <a:shade val="50000"/>
          </a:srgbClr>
        </a:lnRef>
        <a:fillRef idx="1">
          <a:srgbClr val="324A7A"/>
        </a:fillRef>
        <a:effectRef idx="0">
          <a:srgbClr val="324A7A"/>
        </a:effectRef>
        <a:fontRef idx="minor">
          <a:sysClr val="window" lastClr="FFFFFF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00551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>
          <a:noFill/>
        </a:ln>
        <a:effectLst>
          <a:glow rad="63500">
            <a:srgbClr val="A5A5A5">
              <a:satMod val="175000"/>
              <a:alpha val="40000"/>
            </a:srgbClr>
          </a:glow>
        </a:effectLst>
      </a:spPr>
      <a:bodyPr rtlCol="0" anchor="ctr"/>
      <a:lstStyle>
        <a:defPPr algn="ctr">
          <a:defRPr lang="en-US" altLang="zh-CN" sz="2000" b="1" dirty="0">
            <a:solidFill>
              <a:srgbClr val="253988"/>
            </a:solidFill>
            <a:latin typeface="Arial Bold" panose="020B0704020202020204" charset="0"/>
            <a:ea typeface="微软雅黑" panose="020B0503020204020204" pitchFamily="34" charset="-122"/>
            <a:cs typeface="Arial Bold" panose="020B0704020202020204" charset="0"/>
          </a:defRPr>
        </a:defPPr>
      </a:lstStyle>
      <a:style>
        <a:lnRef idx="2">
          <a:srgbClr val="324A7A">
            <a:shade val="50000"/>
          </a:srgbClr>
        </a:lnRef>
        <a:fillRef idx="1">
          <a:srgbClr val="324A7A"/>
        </a:fillRef>
        <a:effectRef idx="0">
          <a:srgbClr val="324A7A"/>
        </a:effectRef>
        <a:fontRef idx="minor">
          <a:sysClr val="window" lastClr="FFFFFF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3822</Words>
  <Application>WPS 演示</Application>
  <PresentationFormat>宽屏</PresentationFormat>
  <Paragraphs>637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Arial</vt:lpstr>
      <vt:lpstr>宋体</vt:lpstr>
      <vt:lpstr>Wingdings</vt:lpstr>
      <vt:lpstr>Arial Bold</vt:lpstr>
      <vt:lpstr>微软雅黑</vt:lpstr>
      <vt:lpstr>微软雅黑 Light</vt:lpstr>
      <vt:lpstr>OPPOSans B</vt:lpstr>
      <vt:lpstr>思源黑体 CN Regular</vt:lpstr>
      <vt:lpstr>Wingdings</vt:lpstr>
      <vt:lpstr>Times New Roman Regular</vt:lpstr>
      <vt:lpstr>Times New Roman</vt:lpstr>
      <vt:lpstr>Arial Unicode MS</vt:lpstr>
      <vt:lpstr>等线</vt:lpstr>
      <vt:lpstr>Arial Regular</vt:lpstr>
      <vt:lpstr>黑体</vt:lpstr>
      <vt:lpstr>1_Office Theme</vt:lpstr>
      <vt:lpstr>2_Office Theme</vt:lpstr>
      <vt:lpstr>3_Office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q以挤棵必史</cp:lastModifiedBy>
  <cp:revision>7</cp:revision>
  <dcterms:created xsi:type="dcterms:W3CDTF">2022-12-20T13:15:00Z</dcterms:created>
  <dcterms:modified xsi:type="dcterms:W3CDTF">2025-06-26T07:37:53Z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B8850761A37A4F89B510518EB7C4784F_12</vt:lpwstr>
  </property>
  <property fmtid="{D5CDD505-2E9C-101B-9397-08002B2CF9AE}" pid="3" name="KSOProductBuildVer">
    <vt:lpwstr>2052-12.1.0.21541</vt:lpwstr>
  </property>
</Properties>
</file>