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9" r:id="rId2"/>
    <p:sldId id="265" r:id="rId3"/>
    <p:sldId id="266" r:id="rId4"/>
    <p:sldId id="273" r:id="rId5"/>
    <p:sldId id="274" r:id="rId6"/>
    <p:sldId id="267" r:id="rId7"/>
    <p:sldId id="276" r:id="rId8"/>
    <p:sldId id="277" r:id="rId9"/>
    <p:sldId id="278" r:id="rId10"/>
    <p:sldId id="268" r:id="rId11"/>
    <p:sldId id="279" r:id="rId12"/>
    <p:sldId id="280" r:id="rId13"/>
    <p:sldId id="281" r:id="rId14"/>
    <p:sldId id="269" r:id="rId15"/>
    <p:sldId id="283" r:id="rId16"/>
    <p:sldId id="282" r:id="rId17"/>
    <p:sldId id="270" r:id="rId18"/>
    <p:sldId id="285" r:id="rId19"/>
    <p:sldId id="287" r:id="rId20"/>
    <p:sldId id="271" r:id="rId21"/>
    <p:sldId id="288" r:id="rId22"/>
    <p:sldId id="272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37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112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74"/>
  </p:normalViewPr>
  <p:slideViewPr>
    <p:cSldViewPr snapToGrid="0" snapToObjects="1">
      <p:cViewPr varScale="1">
        <p:scale>
          <a:sx n="114" d="100"/>
          <a:sy n="114" d="100"/>
        </p:scale>
        <p:origin x="396" y="102"/>
      </p:cViewPr>
      <p:guideLst>
        <p:guide pos="3840"/>
        <p:guide orient="horz" pos="2160"/>
        <p:guide orient="horz" pos="232"/>
        <p:guide orient="horz" pos="4112"/>
        <p:guide pos="5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446980935233301E-2"/>
          <c:y val="4.8165805071960097E-2"/>
          <c:w val="0.96517884972804202"/>
          <c:h val="0.94830986772765302"/>
        </c:manualLayout>
      </c:layout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BD-49E0-84A4-B03A19C9F9E6}"/>
              </c:ext>
            </c:extLst>
          </c:dPt>
          <c:dPt>
            <c:idx val="1"/>
            <c:bubble3D val="0"/>
            <c:spPr>
              <a:solidFill>
                <a:srgbClr val="92D05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BD-49E0-84A4-B03A19C9F9E6}"/>
              </c:ext>
            </c:extLst>
          </c:dPt>
          <c:dPt>
            <c:idx val="2"/>
            <c:bubble3D val="0"/>
            <c:spPr>
              <a:solidFill>
                <a:srgbClr val="0070C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5BD-49E0-84A4-B03A19C9F9E6}"/>
              </c:ext>
            </c:extLst>
          </c:dPt>
          <c:dPt>
            <c:idx val="3"/>
            <c:bubble3D val="0"/>
            <c:spPr>
              <a:solidFill>
                <a:srgbClr val="00B0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5BD-49E0-84A4-B03A19C9F9E6}"/>
              </c:ext>
            </c:extLst>
          </c:dPt>
          <c:dPt>
            <c:idx val="4"/>
            <c:bubble3D val="0"/>
            <c:spPr>
              <a:solidFill>
                <a:srgbClr val="00B05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5BD-49E0-84A4-B03A19C9F9E6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5BD-49E0-84A4-B03A19C9F9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41-4009-8616-362B929142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41-4009-8616-362B929142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41-4009-8616-362B92914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108416"/>
        <c:axId val="130114304"/>
      </c:barChart>
      <c:catAx>
        <c:axId val="13010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114304"/>
        <c:crosses val="autoZero"/>
        <c:auto val="1"/>
        <c:lblAlgn val="ctr"/>
        <c:lblOffset val="100"/>
        <c:noMultiLvlLbl val="0"/>
      </c:catAx>
      <c:valAx>
        <c:axId val="1301143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0108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27298-6CB9-4ACB-BB12-7F75F06D4BB4}" type="datetimeFigureOut">
              <a:rPr lang="zh-CN" altLang="en-US" smtClean="0"/>
              <a:t>2021/9/6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869FB-3FC2-4617-8655-B1CA3DFD22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924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099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763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616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075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55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667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727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160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051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478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698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851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8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226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459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699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598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8479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443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1240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6927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869FB-3FC2-4617-8655-B1CA3DFD222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28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20151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33678" y="2940272"/>
            <a:ext cx="572464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dirty="0"/>
              <a:t>暑期夏令营个人展示</a:t>
            </a:r>
            <a:endParaRPr lang="en-US" altLang="zh-CN" sz="4800" b="1" dirty="0"/>
          </a:p>
        </p:txBody>
      </p:sp>
      <p:sp>
        <p:nvSpPr>
          <p:cNvPr id="13" name="矩形 12"/>
          <p:cNvSpPr/>
          <p:nvPr/>
        </p:nvSpPr>
        <p:spPr>
          <a:xfrm>
            <a:off x="3107267" y="4180071"/>
            <a:ext cx="2683933" cy="540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</a:rPr>
              <a:t>汇报人</a:t>
            </a:r>
            <a:r>
              <a:rPr lang="zh-CN" altLang="en-US" sz="1400" dirty="0">
                <a:solidFill>
                  <a:schemeClr val="tx1"/>
                </a:solidFill>
              </a:rPr>
              <a:t>：林林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427264" y="4180071"/>
            <a:ext cx="2683933" cy="540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答辩时间：</a:t>
            </a:r>
            <a:r>
              <a:rPr lang="en-US" altLang="zh-CN" sz="1400" dirty="0">
                <a:solidFill>
                  <a:schemeClr val="tx1"/>
                </a:solidFill>
              </a:rPr>
              <a:t>XX</a:t>
            </a:r>
            <a:r>
              <a:rPr lang="zh-CN" altLang="en-US" sz="1400" dirty="0">
                <a:solidFill>
                  <a:schemeClr val="tx1"/>
                </a:solidFill>
              </a:rPr>
              <a:t>年</a:t>
            </a:r>
            <a:r>
              <a:rPr lang="en-US" altLang="zh-CN" sz="1400" dirty="0">
                <a:solidFill>
                  <a:schemeClr val="tx1"/>
                </a:solidFill>
              </a:rPr>
              <a:t>XX</a:t>
            </a:r>
            <a:r>
              <a:rPr lang="zh-CN" altLang="en-US" sz="1400" dirty="0">
                <a:solidFill>
                  <a:schemeClr val="tx1"/>
                </a:solidFill>
              </a:rPr>
              <a:t>月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DD9056-D0E9-4390-A4A9-A80309F6659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9800" y="1027554"/>
            <a:ext cx="1652400" cy="165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234224" y="965935"/>
            <a:ext cx="172354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dirty="0">
                <a:latin typeface="+mj-lt"/>
              </a:rPr>
              <a:t>目录</a:t>
            </a:r>
            <a:endParaRPr lang="en-US" altLang="zh-CN" sz="6000" dirty="0">
              <a:latin typeface="+mj-lt"/>
            </a:endParaRPr>
          </a:p>
          <a:p>
            <a:pPr algn="ctr"/>
            <a:r>
              <a:rPr lang="en-US" altLang="zh-CN" sz="2400" dirty="0">
                <a:latin typeface="+mj-lt"/>
              </a:rPr>
              <a:t>CONTENT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26712" y="4550992"/>
            <a:ext cx="1461198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PART</a:t>
            </a:r>
            <a:r>
              <a:rPr lang="zh-CN" altLang="en-US" dirty="0">
                <a:latin typeface="+mj-lt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+mj-lt"/>
                <a:ea typeface="微软雅黑" panose="020B0503020204020204" charset="-122"/>
              </a:rPr>
              <a:t>ONE</a:t>
            </a:r>
            <a:endParaRPr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485256" y="4550992"/>
            <a:ext cx="1587032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PART</a:t>
            </a:r>
            <a:r>
              <a:rPr lang="zh-CN" altLang="en-US" dirty="0">
                <a:latin typeface="+mj-lt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+mj-lt"/>
                <a:ea typeface="微软雅黑" panose="020B0503020204020204" charset="-122"/>
              </a:rPr>
              <a:t>TWO</a:t>
            </a:r>
            <a:endParaRPr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09062" y="4550992"/>
            <a:ext cx="1712161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PART</a:t>
            </a:r>
            <a:r>
              <a:rPr lang="zh-CN" altLang="en-US" dirty="0">
                <a:latin typeface="+mj-lt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+mj-lt"/>
                <a:ea typeface="微软雅黑" panose="020B0503020204020204" charset="-122"/>
              </a:rPr>
              <a:t>THREE</a:t>
            </a:r>
            <a:endParaRPr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43140" y="4550992"/>
            <a:ext cx="1405108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PART</a:t>
            </a:r>
            <a:r>
              <a:rPr lang="zh-CN" altLang="en-US" dirty="0">
                <a:latin typeface="+mj-lt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+mj-lt"/>
                <a:ea typeface="微软雅黑" panose="020B0503020204020204" charset="-122"/>
              </a:rPr>
              <a:t>FOUR</a:t>
            </a:r>
            <a:endParaRPr kumimoji="1"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262732" y="4550992"/>
            <a:ext cx="1214679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PART</a:t>
            </a:r>
            <a:r>
              <a:rPr lang="zh-CN" altLang="en-US" dirty="0">
                <a:latin typeface="+mj-lt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+mj-lt"/>
                <a:ea typeface="微软雅黑" panose="020B0503020204020204" charset="-122"/>
              </a:rPr>
              <a:t>FIVE</a:t>
            </a:r>
            <a:endParaRPr kumimoji="1"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125106" y="4550992"/>
            <a:ext cx="1221273" cy="45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PART</a:t>
            </a:r>
            <a:r>
              <a:rPr lang="zh-CN" altLang="en-US" dirty="0">
                <a:latin typeface="+mj-lt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+mj-lt"/>
                <a:ea typeface="微软雅黑" panose="020B0503020204020204" charset="-122"/>
              </a:rPr>
              <a:t>SIX</a:t>
            </a:r>
            <a:endParaRPr kumimoji="1"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81412" y="4086235"/>
            <a:ext cx="1751798" cy="59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选题背景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380859" y="4086235"/>
            <a:ext cx="175179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论文结构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284703" y="4086235"/>
            <a:ext cx="175179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研究方法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131799" y="4086235"/>
            <a:ext cx="175179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分析讨论</a:t>
            </a:r>
            <a:endParaRPr kumimoji="1" lang="zh-CN" altLang="en-US" sz="2800" b="1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94173" y="4086235"/>
            <a:ext cx="175179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主要结论</a:t>
            </a:r>
            <a:endParaRPr kumimoji="1" lang="zh-CN" altLang="en-US" sz="2800" b="1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856547" y="4058535"/>
            <a:ext cx="175179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参考文献</a:t>
            </a:r>
            <a:endParaRPr kumimoji="1" lang="zh-CN" altLang="en-US" sz="2800" b="1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802427" y="2404353"/>
            <a:ext cx="6658744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/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600" dirty="0"/>
              <a:t>8-14</a:t>
            </a:r>
            <a:r>
              <a:rPr lang="zh-CN" altLang="en-US" sz="1600" dirty="0"/>
              <a:t>号字，</a:t>
            </a:r>
            <a:r>
              <a:rPr lang="en-US" altLang="zh-CN" sz="1600" dirty="0"/>
              <a:t>1.3</a:t>
            </a:r>
            <a:r>
              <a:rPr lang="zh-CN" altLang="en-US" sz="1600" dirty="0"/>
              <a:t>倍字间距。</a:t>
            </a:r>
          </a:p>
        </p:txBody>
      </p:sp>
      <p:sp>
        <p:nvSpPr>
          <p:cNvPr id="30" name="矩形 29"/>
          <p:cNvSpPr/>
          <p:nvPr/>
        </p:nvSpPr>
        <p:spPr>
          <a:xfrm>
            <a:off x="661823" y="5026276"/>
            <a:ext cx="1638300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522373" y="5026276"/>
            <a:ext cx="1638300" cy="1133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4382923" y="5026276"/>
            <a:ext cx="1638300" cy="1133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245297" y="5026276"/>
            <a:ext cx="1638300" cy="11334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107671" y="5026276"/>
            <a:ext cx="1638300" cy="1133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970045" y="5026276"/>
            <a:ext cx="1638300" cy="11334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0" y="60523"/>
            <a:ext cx="2432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学校名称：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大学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panose="020B0503020204020204" charset="-122"/>
              </a:rPr>
              <a:t>PART</a:t>
            </a:r>
            <a:r>
              <a:rPr lang="zh-CN" altLang="en-US" sz="4400" b="1" dirty="0">
                <a:latin typeface="+mj-lt"/>
                <a:ea typeface="微软雅黑" panose="020B0503020204020204" charset="-122"/>
              </a:rPr>
              <a:t> </a:t>
            </a:r>
            <a:r>
              <a:rPr lang="en-US" altLang="zh-CN" sz="4400" b="1" dirty="0">
                <a:latin typeface="+mj-lt"/>
                <a:ea typeface="微软雅黑" panose="020B0503020204020204" charset="-122"/>
              </a:rPr>
              <a:t>ONE</a:t>
            </a:r>
            <a:endParaRPr lang="zh-CN" altLang="en-US" sz="4400" b="1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1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6000" dirty="0">
                <a:latin typeface="+mj-lt"/>
                <a:ea typeface="微软雅黑" panose="020B0503020204020204" charset="-122"/>
              </a:rPr>
              <a:t>选题背景</a:t>
            </a: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  <p:sp>
        <p:nvSpPr>
          <p:cNvPr id="5" name="矩形 4"/>
          <p:cNvSpPr/>
          <p:nvPr/>
        </p:nvSpPr>
        <p:spPr>
          <a:xfrm>
            <a:off x="0" y="60523"/>
            <a:ext cx="2432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学校名称：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大学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4392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ONE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选题背景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910794" y="928946"/>
            <a:ext cx="2300757" cy="509896"/>
            <a:chOff x="888096" y="1000203"/>
            <a:chExt cx="4259825" cy="944066"/>
          </a:xfrm>
        </p:grpSpPr>
        <p:sp>
          <p:nvSpPr>
            <p:cNvPr id="5" name="矩形 4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1041701" y="10043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959621" y="1481030"/>
            <a:ext cx="6550312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910794" y="2213577"/>
            <a:ext cx="2300757" cy="509896"/>
            <a:chOff x="888096" y="1000203"/>
            <a:chExt cx="4259825" cy="944066"/>
          </a:xfrm>
        </p:grpSpPr>
        <p:sp>
          <p:nvSpPr>
            <p:cNvPr id="20" name="矩形 19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 24"/>
          <p:cNvSpPr/>
          <p:nvPr/>
        </p:nvSpPr>
        <p:spPr>
          <a:xfrm>
            <a:off x="1041701" y="228895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26" name="矩形 25"/>
          <p:cNvSpPr/>
          <p:nvPr/>
        </p:nvSpPr>
        <p:spPr>
          <a:xfrm>
            <a:off x="959621" y="2765661"/>
            <a:ext cx="6550312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910794" y="3492642"/>
            <a:ext cx="2300757" cy="509896"/>
            <a:chOff x="888096" y="1000203"/>
            <a:chExt cx="4259825" cy="944066"/>
          </a:xfrm>
        </p:grpSpPr>
        <p:sp>
          <p:nvSpPr>
            <p:cNvPr id="28" name="矩形 27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3" name="矩形 32"/>
          <p:cNvSpPr/>
          <p:nvPr/>
        </p:nvSpPr>
        <p:spPr>
          <a:xfrm>
            <a:off x="1041701" y="356801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34" name="矩形 33"/>
          <p:cNvSpPr/>
          <p:nvPr/>
        </p:nvSpPr>
        <p:spPr>
          <a:xfrm>
            <a:off x="959621" y="4044726"/>
            <a:ext cx="6550312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910794" y="4777273"/>
            <a:ext cx="2300757" cy="509896"/>
            <a:chOff x="888096" y="1000203"/>
            <a:chExt cx="4259825" cy="944066"/>
          </a:xfrm>
        </p:grpSpPr>
        <p:sp>
          <p:nvSpPr>
            <p:cNvPr id="36" name="矩形 35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1" name="矩形 40"/>
          <p:cNvSpPr/>
          <p:nvPr/>
        </p:nvSpPr>
        <p:spPr>
          <a:xfrm>
            <a:off x="1041701" y="485264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959621" y="5329357"/>
            <a:ext cx="6550312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4392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ONE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选题背景</a:t>
            </a:r>
          </a:p>
        </p:txBody>
      </p:sp>
      <p:sp>
        <p:nvSpPr>
          <p:cNvPr id="5" name="矩形 4"/>
          <p:cNvSpPr/>
          <p:nvPr/>
        </p:nvSpPr>
        <p:spPr>
          <a:xfrm>
            <a:off x="950374" y="1373200"/>
            <a:ext cx="431932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dirty="0"/>
              <a:t>ADD YOUR TEXT</a:t>
            </a:r>
          </a:p>
        </p:txBody>
      </p:sp>
      <p:sp>
        <p:nvSpPr>
          <p:cNvPr id="6" name="矩形 5"/>
          <p:cNvSpPr/>
          <p:nvPr/>
        </p:nvSpPr>
        <p:spPr>
          <a:xfrm>
            <a:off x="950374" y="2041041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点击此处添加标题</a:t>
            </a:r>
          </a:p>
        </p:txBody>
      </p:sp>
      <p:sp>
        <p:nvSpPr>
          <p:cNvPr id="7" name="矩形 6"/>
          <p:cNvSpPr/>
          <p:nvPr/>
        </p:nvSpPr>
        <p:spPr>
          <a:xfrm>
            <a:off x="959621" y="2810482"/>
            <a:ext cx="6550312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8" name="矩形 7"/>
          <p:cNvSpPr/>
          <p:nvPr/>
        </p:nvSpPr>
        <p:spPr>
          <a:xfrm>
            <a:off x="959621" y="3549798"/>
            <a:ext cx="6550312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9" name="矩形 8"/>
          <p:cNvSpPr/>
          <p:nvPr/>
        </p:nvSpPr>
        <p:spPr>
          <a:xfrm>
            <a:off x="959621" y="4289114"/>
            <a:ext cx="6550312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panose="020B0503020204020204" charset="-122"/>
              </a:rPr>
              <a:t>PART TWO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1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6000" dirty="0">
                <a:latin typeface="+mj-lt"/>
                <a:ea typeface="微软雅黑" panose="020B0503020204020204" charset="-122"/>
              </a:rPr>
              <a:t>论文结构</a:t>
            </a: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  <p:sp>
        <p:nvSpPr>
          <p:cNvPr id="5" name="矩形 4"/>
          <p:cNvSpPr/>
          <p:nvPr/>
        </p:nvSpPr>
        <p:spPr>
          <a:xfrm>
            <a:off x="0" y="60523"/>
            <a:ext cx="2432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学校名称：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大学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4954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TWO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论文结构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-211666" y="2970613"/>
            <a:ext cx="12778491" cy="912541"/>
            <a:chOff x="0" y="2158337"/>
            <a:chExt cx="12778491" cy="912541"/>
          </a:xfrm>
        </p:grpSpPr>
        <p:sp>
          <p:nvSpPr>
            <p:cNvPr id="5" name="矩形 4"/>
            <p:cNvSpPr/>
            <p:nvPr/>
          </p:nvSpPr>
          <p:spPr>
            <a:xfrm>
              <a:off x="211666" y="2513302"/>
              <a:ext cx="12192000" cy="2110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0" y="2160196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1056391" y="2160196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>
              <a:off x="21209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31877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42545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53213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63881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74549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>
              <a:off x="85217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>
              <a:off x="95885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>
              <a:off x="106553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11722100" y="2158337"/>
              <a:ext cx="1056391" cy="910682"/>
            </a:xfrm>
            <a:prstGeom prst="triangl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0" y="3060294"/>
              <a:ext cx="12778491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椭圆 22"/>
          <p:cNvSpPr/>
          <p:nvPr/>
        </p:nvSpPr>
        <p:spPr>
          <a:xfrm flipH="1">
            <a:off x="258956" y="291304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 flipH="1">
            <a:off x="787152" y="3823548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 flipH="1">
            <a:off x="13208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 flipH="1">
            <a:off x="23876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 flipH="1">
            <a:off x="34544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 flipH="1">
            <a:off x="45212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 flipH="1">
            <a:off x="55880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 flipH="1">
            <a:off x="66548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 flipH="1">
            <a:off x="77216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 flipH="1">
            <a:off x="87884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 flipH="1">
            <a:off x="98552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 flipH="1">
            <a:off x="109220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 flipH="1">
            <a:off x="11988800" y="29083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 flipH="1">
            <a:off x="18542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 flipH="1">
            <a:off x="29210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 flipH="1">
            <a:off x="39878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 flipH="1">
            <a:off x="50546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 flipH="1">
            <a:off x="61214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 flipH="1">
            <a:off x="71882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 flipH="1">
            <a:off x="82550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 flipH="1">
            <a:off x="93218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 flipH="1">
            <a:off x="103886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 flipH="1">
            <a:off x="11455400" y="3822700"/>
            <a:ext cx="115146" cy="11514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/>
        </p:nvGrpSpPr>
        <p:grpSpPr>
          <a:xfrm>
            <a:off x="287620" y="1093399"/>
            <a:ext cx="2300757" cy="1589432"/>
            <a:chOff x="1356175" y="1093399"/>
            <a:chExt cx="2300757" cy="1589432"/>
          </a:xfrm>
        </p:grpSpPr>
        <p:sp>
          <p:nvSpPr>
            <p:cNvPr id="58" name="矩形 57"/>
            <p:cNvSpPr/>
            <p:nvPr/>
          </p:nvSpPr>
          <p:spPr>
            <a:xfrm>
              <a:off x="1368667" y="1118935"/>
              <a:ext cx="2268157" cy="154954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56175" y="1093399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356175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3618044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3617381" y="109849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4556575" y="1093399"/>
            <a:ext cx="2300757" cy="1589432"/>
            <a:chOff x="1356175" y="1093399"/>
            <a:chExt cx="2300757" cy="1589432"/>
          </a:xfrm>
        </p:grpSpPr>
        <p:sp>
          <p:nvSpPr>
            <p:cNvPr id="69" name="矩形 68"/>
            <p:cNvSpPr/>
            <p:nvPr/>
          </p:nvSpPr>
          <p:spPr>
            <a:xfrm>
              <a:off x="1368667" y="1118935"/>
              <a:ext cx="2268157" cy="154954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356175" y="1093399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356175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3618044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3617381" y="109849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907479" y="4038186"/>
            <a:ext cx="2300757" cy="1589432"/>
            <a:chOff x="1356175" y="1093399"/>
            <a:chExt cx="2300757" cy="1589432"/>
          </a:xfrm>
        </p:grpSpPr>
        <p:sp>
          <p:nvSpPr>
            <p:cNvPr id="81" name="矩形 80"/>
            <p:cNvSpPr/>
            <p:nvPr/>
          </p:nvSpPr>
          <p:spPr>
            <a:xfrm>
              <a:off x="1368667" y="1118935"/>
              <a:ext cx="2268157" cy="154954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356175" y="1093399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356175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3618044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3617381" y="109849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176434" y="4038186"/>
            <a:ext cx="2300757" cy="1589432"/>
            <a:chOff x="1356175" y="1093399"/>
            <a:chExt cx="2300757" cy="1589432"/>
          </a:xfrm>
        </p:grpSpPr>
        <p:sp>
          <p:nvSpPr>
            <p:cNvPr id="87" name="矩形 86"/>
            <p:cNvSpPr/>
            <p:nvPr/>
          </p:nvSpPr>
          <p:spPr>
            <a:xfrm>
              <a:off x="1368667" y="1118935"/>
              <a:ext cx="2268157" cy="154954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1356175" y="1093399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1356175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3618044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3617381" y="109849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8819967" y="1093399"/>
            <a:ext cx="2300757" cy="1589432"/>
            <a:chOff x="1356175" y="1093399"/>
            <a:chExt cx="2300757" cy="1589432"/>
          </a:xfrm>
        </p:grpSpPr>
        <p:sp>
          <p:nvSpPr>
            <p:cNvPr id="93" name="矩形 92"/>
            <p:cNvSpPr/>
            <p:nvPr/>
          </p:nvSpPr>
          <p:spPr>
            <a:xfrm>
              <a:off x="1368667" y="1118935"/>
              <a:ext cx="2268157" cy="154954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1356175" y="1093399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1356175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3618044" y="264394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3617381" y="1098493"/>
              <a:ext cx="38888" cy="3888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98" name="矩形 97"/>
          <p:cNvSpPr/>
          <p:nvPr/>
        </p:nvSpPr>
        <p:spPr>
          <a:xfrm>
            <a:off x="339446" y="121581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点击此处添加标题</a:t>
            </a:r>
          </a:p>
        </p:txBody>
      </p:sp>
      <p:sp>
        <p:nvSpPr>
          <p:cNvPr id="99" name="矩形 98"/>
          <p:cNvSpPr/>
          <p:nvPr/>
        </p:nvSpPr>
        <p:spPr>
          <a:xfrm>
            <a:off x="339446" y="1460337"/>
            <a:ext cx="2188812" cy="1192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102" name="矩形 101"/>
          <p:cNvSpPr/>
          <p:nvPr/>
        </p:nvSpPr>
        <p:spPr>
          <a:xfrm>
            <a:off x="4620120" y="121581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点击此处添加标题</a:t>
            </a:r>
          </a:p>
        </p:txBody>
      </p:sp>
      <p:sp>
        <p:nvSpPr>
          <p:cNvPr id="103" name="矩形 102"/>
          <p:cNvSpPr/>
          <p:nvPr/>
        </p:nvSpPr>
        <p:spPr>
          <a:xfrm>
            <a:off x="4620120" y="1460337"/>
            <a:ext cx="2188812" cy="1192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104" name="矩形 103"/>
          <p:cNvSpPr/>
          <p:nvPr/>
        </p:nvSpPr>
        <p:spPr>
          <a:xfrm>
            <a:off x="8892784" y="121581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点击此处添加标题</a:t>
            </a:r>
          </a:p>
        </p:txBody>
      </p:sp>
      <p:sp>
        <p:nvSpPr>
          <p:cNvPr id="105" name="矩形 104"/>
          <p:cNvSpPr/>
          <p:nvPr/>
        </p:nvSpPr>
        <p:spPr>
          <a:xfrm>
            <a:off x="8892784" y="1460337"/>
            <a:ext cx="2188812" cy="1192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106" name="矩形 105"/>
          <p:cNvSpPr/>
          <p:nvPr/>
        </p:nvSpPr>
        <p:spPr>
          <a:xfrm>
            <a:off x="1960403" y="415850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点击此处添加标题</a:t>
            </a:r>
          </a:p>
        </p:txBody>
      </p:sp>
      <p:sp>
        <p:nvSpPr>
          <p:cNvPr id="107" name="矩形 106"/>
          <p:cNvSpPr/>
          <p:nvPr/>
        </p:nvSpPr>
        <p:spPr>
          <a:xfrm>
            <a:off x="1960403" y="4403027"/>
            <a:ext cx="2188812" cy="1192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108" name="矩形 107"/>
          <p:cNvSpPr/>
          <p:nvPr/>
        </p:nvSpPr>
        <p:spPr>
          <a:xfrm>
            <a:off x="6233067" y="415850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点击此处添加标题</a:t>
            </a:r>
          </a:p>
        </p:txBody>
      </p:sp>
      <p:sp>
        <p:nvSpPr>
          <p:cNvPr id="109" name="矩形 108"/>
          <p:cNvSpPr/>
          <p:nvPr/>
        </p:nvSpPr>
        <p:spPr>
          <a:xfrm>
            <a:off x="6233067" y="4403027"/>
            <a:ext cx="2188812" cy="1192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4954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TWO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论文结构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7436" y="1368423"/>
            <a:ext cx="2534710" cy="2534710"/>
          </a:xfrm>
          <a:prstGeom prst="ellipse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28645" y="1368423"/>
            <a:ext cx="2534710" cy="2534710"/>
          </a:xfrm>
          <a:prstGeom prst="ellipse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9854" y="1368423"/>
            <a:ext cx="2534710" cy="2534710"/>
          </a:xfrm>
          <a:prstGeom prst="ellipse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397950" y="4055548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点击此处添加标题</a:t>
            </a:r>
          </a:p>
        </p:txBody>
      </p:sp>
      <p:sp>
        <p:nvSpPr>
          <p:cNvPr id="9" name="矩形 8"/>
          <p:cNvSpPr/>
          <p:nvPr/>
        </p:nvSpPr>
        <p:spPr>
          <a:xfrm>
            <a:off x="911225" y="4300072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10" name="矩形 9"/>
          <p:cNvSpPr/>
          <p:nvPr/>
        </p:nvSpPr>
        <p:spPr>
          <a:xfrm>
            <a:off x="5285521" y="4055548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点击此处添加标题</a:t>
            </a:r>
          </a:p>
        </p:txBody>
      </p:sp>
      <p:sp>
        <p:nvSpPr>
          <p:cNvPr id="11" name="矩形 10"/>
          <p:cNvSpPr/>
          <p:nvPr/>
        </p:nvSpPr>
        <p:spPr>
          <a:xfrm>
            <a:off x="4798796" y="4300072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12" name="矩形 11"/>
          <p:cNvSpPr/>
          <p:nvPr/>
        </p:nvSpPr>
        <p:spPr>
          <a:xfrm>
            <a:off x="9173092" y="4055548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点击此处添加标题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8686367" y="4300072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grpSp>
        <p:nvGrpSpPr>
          <p:cNvPr id="14" name="Group 11"/>
          <p:cNvGrpSpPr>
            <a:grpSpLocks noChangeAspect="1"/>
          </p:cNvGrpSpPr>
          <p:nvPr/>
        </p:nvGrpSpPr>
        <p:grpSpPr bwMode="auto">
          <a:xfrm>
            <a:off x="5649892" y="2386500"/>
            <a:ext cx="907982" cy="644666"/>
            <a:chOff x="1407" y="1098"/>
            <a:chExt cx="800" cy="5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 15"/>
            <p:cNvSpPr/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6"/>
            <p:cNvSpPr/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 17"/>
            <p:cNvSpPr/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18"/>
            <p:cNvSpPr/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 19"/>
            <p:cNvSpPr/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121"/>
          <p:cNvGrpSpPr>
            <a:grpSpLocks noChangeAspect="1"/>
          </p:cNvGrpSpPr>
          <p:nvPr/>
        </p:nvGrpSpPr>
        <p:grpSpPr bwMode="auto">
          <a:xfrm>
            <a:off x="1822608" y="2391040"/>
            <a:ext cx="754758" cy="642396"/>
            <a:chOff x="515" y="3088"/>
            <a:chExt cx="665" cy="56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4" name="Freeform 122"/>
            <p:cNvSpPr/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 124"/>
            <p:cNvSpPr/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 125"/>
            <p:cNvSpPr/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 126"/>
            <p:cNvSpPr/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 127"/>
            <p:cNvSpPr/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 128"/>
            <p:cNvSpPr/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 129"/>
            <p:cNvSpPr/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 130"/>
            <p:cNvSpPr/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/>
          <p:cNvGrpSpPr>
            <a:grpSpLocks noChangeAspect="1"/>
          </p:cNvGrpSpPr>
          <p:nvPr/>
        </p:nvGrpSpPr>
        <p:grpSpPr bwMode="auto">
          <a:xfrm>
            <a:off x="9565129" y="2329751"/>
            <a:ext cx="907980" cy="644666"/>
            <a:chOff x="4354" y="1098"/>
            <a:chExt cx="800" cy="56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6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8" name="Freeform 37"/>
            <p:cNvSpPr/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4954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TWO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论文结构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972497" y="4188208"/>
            <a:ext cx="2300757" cy="509896"/>
            <a:chOff x="888096" y="1000203"/>
            <a:chExt cx="4259825" cy="944066"/>
          </a:xfrm>
        </p:grpSpPr>
        <p:sp>
          <p:nvSpPr>
            <p:cNvPr id="7" name="矩形 6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586098" y="4188208"/>
            <a:ext cx="2300757" cy="509896"/>
            <a:chOff x="888096" y="1000203"/>
            <a:chExt cx="4259825" cy="944066"/>
          </a:xfrm>
        </p:grpSpPr>
        <p:sp>
          <p:nvSpPr>
            <p:cNvPr id="13" name="矩形 12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586098" y="3267423"/>
            <a:ext cx="2300757" cy="509896"/>
            <a:chOff x="888096" y="1000203"/>
            <a:chExt cx="4259825" cy="944066"/>
          </a:xfrm>
        </p:grpSpPr>
        <p:sp>
          <p:nvSpPr>
            <p:cNvPr id="19" name="矩形 18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586098" y="5110409"/>
            <a:ext cx="2300757" cy="509896"/>
            <a:chOff x="888096" y="1000203"/>
            <a:chExt cx="4259825" cy="944066"/>
          </a:xfrm>
        </p:grpSpPr>
        <p:sp>
          <p:nvSpPr>
            <p:cNvPr id="25" name="矩形 24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9170759" y="3730979"/>
            <a:ext cx="2300757" cy="509896"/>
            <a:chOff x="888096" y="1000203"/>
            <a:chExt cx="4259825" cy="944066"/>
          </a:xfrm>
        </p:grpSpPr>
        <p:sp>
          <p:nvSpPr>
            <p:cNvPr id="31" name="矩形 30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170759" y="2810194"/>
            <a:ext cx="2300757" cy="509896"/>
            <a:chOff x="888096" y="1000203"/>
            <a:chExt cx="4259825" cy="944066"/>
          </a:xfrm>
        </p:grpSpPr>
        <p:sp>
          <p:nvSpPr>
            <p:cNvPr id="37" name="矩形 36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9165554" y="5571818"/>
            <a:ext cx="2300757" cy="509896"/>
            <a:chOff x="888096" y="1000203"/>
            <a:chExt cx="4259825" cy="944066"/>
          </a:xfrm>
        </p:grpSpPr>
        <p:sp>
          <p:nvSpPr>
            <p:cNvPr id="55" name="矩形 54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165554" y="4651033"/>
            <a:ext cx="2300757" cy="509896"/>
            <a:chOff x="888096" y="1000203"/>
            <a:chExt cx="4259825" cy="944066"/>
          </a:xfrm>
        </p:grpSpPr>
        <p:sp>
          <p:nvSpPr>
            <p:cNvPr id="61" name="矩形 60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cxnSp>
        <p:nvCxnSpPr>
          <p:cNvPr id="67" name="直接连接符 66"/>
          <p:cNvCxnSpPr>
            <a:stCxn id="7" idx="3"/>
          </p:cNvCxnSpPr>
          <p:nvPr/>
        </p:nvCxnSpPr>
        <p:spPr>
          <a:xfrm>
            <a:off x="6253146" y="4448250"/>
            <a:ext cx="1778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6420743" y="4448250"/>
            <a:ext cx="1778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6420743" y="3524325"/>
            <a:ext cx="0" cy="18478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6420743" y="3524325"/>
            <a:ext cx="1778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6420743" y="5372175"/>
            <a:ext cx="1778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8992912" y="3081204"/>
            <a:ext cx="0" cy="9239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8992912" y="4005129"/>
            <a:ext cx="1778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8992912" y="3081204"/>
            <a:ext cx="1778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8992912" y="4899844"/>
            <a:ext cx="0" cy="9239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8992912" y="5823769"/>
            <a:ext cx="1778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8992912" y="4899844"/>
            <a:ext cx="1778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8866747" y="3533180"/>
            <a:ext cx="12616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8866747" y="5372175"/>
            <a:ext cx="12616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4103404" y="42672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93" name="矩形 92"/>
          <p:cNvSpPr/>
          <p:nvPr/>
        </p:nvSpPr>
        <p:spPr>
          <a:xfrm>
            <a:off x="6717006" y="426725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94" name="矩形 93"/>
          <p:cNvSpPr/>
          <p:nvPr/>
        </p:nvSpPr>
        <p:spPr>
          <a:xfrm>
            <a:off x="6717006" y="334851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95" name="矩形 94"/>
          <p:cNvSpPr/>
          <p:nvPr/>
        </p:nvSpPr>
        <p:spPr>
          <a:xfrm>
            <a:off x="6717006" y="518750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96" name="矩形 95"/>
          <p:cNvSpPr/>
          <p:nvPr/>
        </p:nvSpPr>
        <p:spPr>
          <a:xfrm>
            <a:off x="9304812" y="381209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97" name="矩形 96"/>
          <p:cNvSpPr/>
          <p:nvPr/>
        </p:nvSpPr>
        <p:spPr>
          <a:xfrm>
            <a:off x="9304812" y="28933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98" name="矩形 97"/>
          <p:cNvSpPr/>
          <p:nvPr/>
        </p:nvSpPr>
        <p:spPr>
          <a:xfrm>
            <a:off x="9304812" y="563910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99" name="矩形 98"/>
          <p:cNvSpPr/>
          <p:nvPr/>
        </p:nvSpPr>
        <p:spPr>
          <a:xfrm>
            <a:off x="9304812" y="472036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100" name="矩形 99"/>
          <p:cNvSpPr/>
          <p:nvPr/>
        </p:nvSpPr>
        <p:spPr>
          <a:xfrm>
            <a:off x="3876094" y="375895"/>
            <a:ext cx="431932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dirty="0"/>
              <a:t>ADD YOUR TEXT</a:t>
            </a:r>
          </a:p>
        </p:txBody>
      </p:sp>
      <p:sp>
        <p:nvSpPr>
          <p:cNvPr id="101" name="矩形 100"/>
          <p:cNvSpPr/>
          <p:nvPr/>
        </p:nvSpPr>
        <p:spPr>
          <a:xfrm>
            <a:off x="3876094" y="1043736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点击此处添加标题</a:t>
            </a:r>
          </a:p>
        </p:txBody>
      </p:sp>
      <p:sp>
        <p:nvSpPr>
          <p:cNvPr id="102" name="矩形 101"/>
          <p:cNvSpPr/>
          <p:nvPr/>
        </p:nvSpPr>
        <p:spPr>
          <a:xfrm>
            <a:off x="3885341" y="1545679"/>
            <a:ext cx="6550312" cy="625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panose="020B0503020204020204" charset="-122"/>
              </a:rPr>
              <a:t>PART</a:t>
            </a:r>
            <a:r>
              <a:rPr lang="zh-CN" altLang="en-US" sz="4400" b="1" dirty="0">
                <a:latin typeface="+mj-lt"/>
                <a:ea typeface="微软雅黑" panose="020B0503020204020204" charset="-122"/>
              </a:rPr>
              <a:t> </a:t>
            </a:r>
            <a:r>
              <a:rPr lang="en-US" altLang="zh-CN" sz="4400" b="1" dirty="0">
                <a:latin typeface="+mj-lt"/>
                <a:ea typeface="微软雅黑" panose="020B0503020204020204" charset="-122"/>
              </a:rPr>
              <a:t>THREE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1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6000" dirty="0">
                <a:latin typeface="+mj-lt"/>
                <a:ea typeface="微软雅黑" panose="020B0503020204020204" charset="-122"/>
              </a:rPr>
              <a:t>研究方法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  <p:sp>
        <p:nvSpPr>
          <p:cNvPr id="5" name="矩形 4"/>
          <p:cNvSpPr/>
          <p:nvPr/>
        </p:nvSpPr>
        <p:spPr>
          <a:xfrm>
            <a:off x="0" y="60523"/>
            <a:ext cx="2432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学校名称：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大学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654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THREE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研究方法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319165"/>
              </p:ext>
            </p:extLst>
          </p:nvPr>
        </p:nvGraphicFramePr>
        <p:xfrm>
          <a:off x="911225" y="846666"/>
          <a:ext cx="6924675" cy="379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56784">
                <a:tc>
                  <a:txBody>
                    <a:bodyPr/>
                    <a:lstStyle/>
                    <a:p>
                      <a:pPr algn="ctr"/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输入文本内容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endParaRPr lang="en-US" altLang="zh-CN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输入文本内容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输入文本内容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输入文本内容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22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输入文本内容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22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输入文本内容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22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输入文本内容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22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输入文本内容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910794" y="4967546"/>
            <a:ext cx="2300757" cy="509896"/>
            <a:chOff x="888096" y="1000203"/>
            <a:chExt cx="4259825" cy="944066"/>
          </a:xfrm>
        </p:grpSpPr>
        <p:sp>
          <p:nvSpPr>
            <p:cNvPr id="12" name="矩形 11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1041701" y="50429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959621" y="5519630"/>
            <a:ext cx="7193779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654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THREE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研究方法</a:t>
            </a:r>
          </a:p>
        </p:txBody>
      </p:sp>
      <p:graphicFrame>
        <p:nvGraphicFramePr>
          <p:cNvPr id="9" name="图表 8"/>
          <p:cNvGraphicFramePr/>
          <p:nvPr/>
        </p:nvGraphicFramePr>
        <p:xfrm>
          <a:off x="3211496" y="2114636"/>
          <a:ext cx="8023859" cy="5405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矩形 11"/>
          <p:cNvSpPr/>
          <p:nvPr/>
        </p:nvSpPr>
        <p:spPr>
          <a:xfrm>
            <a:off x="3988101" y="98527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3906021" y="1461980"/>
            <a:ext cx="7193779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906021" y="898396"/>
            <a:ext cx="2300757" cy="509896"/>
            <a:chOff x="888096" y="1000203"/>
            <a:chExt cx="4259825" cy="944066"/>
          </a:xfrm>
        </p:grpSpPr>
        <p:sp>
          <p:nvSpPr>
            <p:cNvPr id="15" name="矩形 14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0" name="矩形 19"/>
          <p:cNvSpPr/>
          <p:nvPr/>
        </p:nvSpPr>
        <p:spPr>
          <a:xfrm>
            <a:off x="5003763" y="3970278"/>
            <a:ext cx="179087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600" dirty="0">
                <a:solidFill>
                  <a:srgbClr val="00B050"/>
                </a:solidFill>
              </a:rPr>
              <a:t>26%</a:t>
            </a:r>
          </a:p>
        </p:txBody>
      </p:sp>
      <p:sp>
        <p:nvSpPr>
          <p:cNvPr id="21" name="矩形 20"/>
          <p:cNvSpPr/>
          <p:nvPr/>
        </p:nvSpPr>
        <p:spPr>
          <a:xfrm>
            <a:off x="9950413" y="4180800"/>
            <a:ext cx="135165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rgbClr val="002060"/>
                </a:solidFill>
              </a:rPr>
              <a:t>47%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6540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THREE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研究方法</a:t>
            </a:r>
          </a:p>
        </p:txBody>
      </p:sp>
      <p:sp>
        <p:nvSpPr>
          <p:cNvPr id="5" name="矩形 4"/>
          <p:cNvSpPr/>
          <p:nvPr/>
        </p:nvSpPr>
        <p:spPr>
          <a:xfrm>
            <a:off x="993305" y="98527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6" name="矩形 5"/>
          <p:cNvSpPr/>
          <p:nvPr/>
        </p:nvSpPr>
        <p:spPr>
          <a:xfrm>
            <a:off x="911225" y="1461980"/>
            <a:ext cx="7193779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911225" y="898396"/>
            <a:ext cx="2300757" cy="509896"/>
            <a:chOff x="888096" y="1000203"/>
            <a:chExt cx="4259825" cy="944066"/>
          </a:xfrm>
        </p:grpSpPr>
        <p:sp>
          <p:nvSpPr>
            <p:cNvPr id="8" name="矩形 7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5" name="图表 14"/>
          <p:cNvGraphicFramePr/>
          <p:nvPr/>
        </p:nvGraphicFramePr>
        <p:xfrm>
          <a:off x="768350" y="3048000"/>
          <a:ext cx="7213600" cy="3580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/>
          <p:cNvSpPr/>
          <p:nvPr/>
        </p:nvSpPr>
        <p:spPr>
          <a:xfrm>
            <a:off x="911225" y="2114466"/>
            <a:ext cx="7193779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panose="020B0503020204020204" charset="-122"/>
              </a:rPr>
              <a:t>PART FOUR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1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6000" dirty="0">
                <a:latin typeface="+mj-lt"/>
                <a:ea typeface="微软雅黑" panose="020B0503020204020204" charset="-122"/>
              </a:rPr>
              <a:t>分析讨论</a:t>
            </a: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  <p:sp>
        <p:nvSpPr>
          <p:cNvPr id="5" name="矩形 4"/>
          <p:cNvSpPr/>
          <p:nvPr/>
        </p:nvSpPr>
        <p:spPr>
          <a:xfrm>
            <a:off x="0" y="60523"/>
            <a:ext cx="2432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学校名称：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大学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572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FOUR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分析讨论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1225" y="1322998"/>
            <a:ext cx="3316750" cy="329345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37625" y="1322998"/>
            <a:ext cx="3316750" cy="329345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64025" y="1322998"/>
            <a:ext cx="3316750" cy="3293452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923717" y="715883"/>
            <a:ext cx="2300757" cy="509896"/>
            <a:chOff x="888096" y="1000203"/>
            <a:chExt cx="4259825" cy="944066"/>
          </a:xfrm>
        </p:grpSpPr>
        <p:sp>
          <p:nvSpPr>
            <p:cNvPr id="18" name="矩形 17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37625" y="715883"/>
            <a:ext cx="2300757" cy="509896"/>
            <a:chOff x="888096" y="1000203"/>
            <a:chExt cx="4259825" cy="944066"/>
          </a:xfrm>
        </p:grpSpPr>
        <p:sp>
          <p:nvSpPr>
            <p:cNvPr id="25" name="矩形 24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964025" y="715883"/>
            <a:ext cx="2300757" cy="509896"/>
            <a:chOff x="888096" y="1000203"/>
            <a:chExt cx="4259825" cy="944066"/>
          </a:xfrm>
        </p:grpSpPr>
        <p:sp>
          <p:nvSpPr>
            <p:cNvPr id="38" name="矩形 37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3" name="矩形 42"/>
          <p:cNvSpPr/>
          <p:nvPr/>
        </p:nvSpPr>
        <p:spPr>
          <a:xfrm>
            <a:off x="1001873" y="79125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44" name="矩形 43"/>
          <p:cNvSpPr/>
          <p:nvPr/>
        </p:nvSpPr>
        <p:spPr>
          <a:xfrm>
            <a:off x="4568532" y="79125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45" name="矩形 44"/>
          <p:cNvSpPr/>
          <p:nvPr/>
        </p:nvSpPr>
        <p:spPr>
          <a:xfrm>
            <a:off x="8094932" y="79125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46" name="矩形 45"/>
          <p:cNvSpPr/>
          <p:nvPr/>
        </p:nvSpPr>
        <p:spPr>
          <a:xfrm>
            <a:off x="911226" y="4713585"/>
            <a:ext cx="3316750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47" name="矩形 46"/>
          <p:cNvSpPr/>
          <p:nvPr/>
        </p:nvSpPr>
        <p:spPr>
          <a:xfrm>
            <a:off x="4437625" y="4713585"/>
            <a:ext cx="3316750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sp>
        <p:nvSpPr>
          <p:cNvPr id="48" name="矩形 47"/>
          <p:cNvSpPr/>
          <p:nvPr/>
        </p:nvSpPr>
        <p:spPr>
          <a:xfrm>
            <a:off x="7964024" y="4713585"/>
            <a:ext cx="3316750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572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FOUR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分析讨论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13079" y="2538042"/>
            <a:ext cx="1461198" cy="41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ONE</a:t>
            </a:r>
            <a:endParaRPr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71623" y="2538042"/>
            <a:ext cx="1587032" cy="41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TWO</a:t>
            </a:r>
            <a:endParaRPr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95429" y="2538042"/>
            <a:ext cx="1712161" cy="41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THREE</a:t>
            </a:r>
            <a:endParaRPr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42385" y="4087442"/>
            <a:ext cx="1405108" cy="41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FOUR</a:t>
            </a:r>
            <a:endParaRPr kumimoji="1"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61977" y="4087442"/>
            <a:ext cx="1214679" cy="41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FIVE</a:t>
            </a:r>
            <a:endParaRPr kumimoji="1"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4351" y="4087442"/>
            <a:ext cx="1221273" cy="41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dirty="0">
                <a:latin typeface="+mj-lt"/>
                <a:ea typeface="微软雅黑" panose="020B0503020204020204" charset="-122"/>
              </a:rPr>
              <a:t>SIX</a:t>
            </a:r>
            <a:endParaRPr kumimoji="1" lang="zh-CN" altLang="en-US" dirty="0">
              <a:latin typeface="+mj-lt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86829" y="2073285"/>
            <a:ext cx="1751798" cy="59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输入标题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186276" y="2073285"/>
            <a:ext cx="1751798" cy="59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输入标题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090120" y="2073285"/>
            <a:ext cx="1751798" cy="59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输入标题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350094" y="3622685"/>
            <a:ext cx="1751798" cy="59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输入标题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212468" y="3622685"/>
            <a:ext cx="1751798" cy="59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输入标题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074842" y="3622685"/>
            <a:ext cx="1751798" cy="59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2800" b="1" dirty="0">
                <a:latin typeface="+mj-lt"/>
                <a:ea typeface="微软雅黑" panose="020B0503020204020204" charset="-122"/>
              </a:rPr>
              <a:t>输入标题</a:t>
            </a:r>
          </a:p>
        </p:txBody>
      </p:sp>
      <p:sp>
        <p:nvSpPr>
          <p:cNvPr id="18" name="矩形 17"/>
          <p:cNvSpPr/>
          <p:nvPr/>
        </p:nvSpPr>
        <p:spPr>
          <a:xfrm>
            <a:off x="3448190" y="3013326"/>
            <a:ext cx="1638300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308740" y="3013326"/>
            <a:ext cx="1638300" cy="1133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69290" y="3013326"/>
            <a:ext cx="1638300" cy="1133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444542" y="4562726"/>
            <a:ext cx="1638300" cy="11334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306916" y="4562726"/>
            <a:ext cx="1638300" cy="1133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169290" y="4562726"/>
            <a:ext cx="1638300" cy="11334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panose="020B0503020204020204" charset="-122"/>
              </a:rPr>
              <a:t>PART FIVE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1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6000" dirty="0">
                <a:latin typeface="+mj-lt"/>
                <a:ea typeface="微软雅黑" panose="020B0503020204020204" charset="-122"/>
              </a:rPr>
              <a:t>主要结论</a:t>
            </a: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  <p:sp>
        <p:nvSpPr>
          <p:cNvPr id="5" name="矩形 4"/>
          <p:cNvSpPr/>
          <p:nvPr/>
        </p:nvSpPr>
        <p:spPr>
          <a:xfrm>
            <a:off x="0" y="60523"/>
            <a:ext cx="2432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学校名称：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大学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4055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FIVE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主要结论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56349"/>
            <a:ext cx="3137336" cy="6145301"/>
          </a:xfrm>
          <a:prstGeom prst="rect">
            <a:avLst/>
          </a:prstGeom>
        </p:spPr>
      </p:pic>
      <p:grpSp>
        <p:nvGrpSpPr>
          <p:cNvPr id="77" name="组合 76"/>
          <p:cNvGrpSpPr/>
          <p:nvPr/>
        </p:nvGrpSpPr>
        <p:grpSpPr>
          <a:xfrm>
            <a:off x="-25400" y="646062"/>
            <a:ext cx="4494766" cy="5563200"/>
            <a:chOff x="-25400" y="646062"/>
            <a:chExt cx="4494766" cy="5563200"/>
          </a:xfrm>
        </p:grpSpPr>
        <p:grpSp>
          <p:nvGrpSpPr>
            <p:cNvPr id="12" name="组合 11"/>
            <p:cNvGrpSpPr/>
            <p:nvPr/>
          </p:nvGrpSpPr>
          <p:grpSpPr>
            <a:xfrm>
              <a:off x="-25400" y="702733"/>
              <a:ext cx="4470400" cy="2751667"/>
              <a:chOff x="-25400" y="702733"/>
              <a:chExt cx="4470400" cy="2751667"/>
            </a:xfrm>
          </p:grpSpPr>
          <p:sp>
            <p:nvSpPr>
              <p:cNvPr id="9" name="任意多边形 8"/>
              <p:cNvSpPr/>
              <p:nvPr/>
            </p:nvSpPr>
            <p:spPr>
              <a:xfrm>
                <a:off x="-8467" y="702733"/>
                <a:ext cx="4453467" cy="2743200"/>
              </a:xfrm>
              <a:custGeom>
                <a:avLst/>
                <a:gdLst>
                  <a:gd name="connsiteX0" fmla="*/ 0 w 4453467"/>
                  <a:gd name="connsiteY0" fmla="*/ 2743200 h 2743200"/>
                  <a:gd name="connsiteX1" fmla="*/ 1837267 w 4453467"/>
                  <a:gd name="connsiteY1" fmla="*/ 0 h 2743200"/>
                  <a:gd name="connsiteX2" fmla="*/ 4453467 w 4453467"/>
                  <a:gd name="connsiteY2" fmla="*/ 0 h 274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53467" h="2743200">
                    <a:moveTo>
                      <a:pt x="0" y="2743200"/>
                    </a:moveTo>
                    <a:lnTo>
                      <a:pt x="1837267" y="0"/>
                    </a:lnTo>
                    <a:lnTo>
                      <a:pt x="4453467" y="0"/>
                    </a:lnTo>
                  </a:path>
                </a:pathLst>
              </a:cu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任意多边形 9"/>
              <p:cNvSpPr/>
              <p:nvPr/>
            </p:nvSpPr>
            <p:spPr>
              <a:xfrm>
                <a:off x="-25400" y="1786467"/>
                <a:ext cx="4445000" cy="1659466"/>
              </a:xfrm>
              <a:custGeom>
                <a:avLst/>
                <a:gdLst>
                  <a:gd name="connsiteX0" fmla="*/ 0 w 4445000"/>
                  <a:gd name="connsiteY0" fmla="*/ 1659466 h 1659466"/>
                  <a:gd name="connsiteX1" fmla="*/ 2472267 w 4445000"/>
                  <a:gd name="connsiteY1" fmla="*/ 0 h 1659466"/>
                  <a:gd name="connsiteX2" fmla="*/ 4445000 w 4445000"/>
                  <a:gd name="connsiteY2" fmla="*/ 0 h 1659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45000" h="1659466">
                    <a:moveTo>
                      <a:pt x="0" y="1659466"/>
                    </a:moveTo>
                    <a:lnTo>
                      <a:pt x="2472267" y="0"/>
                    </a:lnTo>
                    <a:lnTo>
                      <a:pt x="4445000" y="0"/>
                    </a:lnTo>
                  </a:path>
                </a:pathLst>
              </a:cu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任意多边形 10"/>
              <p:cNvSpPr/>
              <p:nvPr/>
            </p:nvSpPr>
            <p:spPr>
              <a:xfrm>
                <a:off x="-25400" y="2861733"/>
                <a:ext cx="4394200" cy="592667"/>
              </a:xfrm>
              <a:custGeom>
                <a:avLst/>
                <a:gdLst>
                  <a:gd name="connsiteX0" fmla="*/ 0 w 4394200"/>
                  <a:gd name="connsiteY0" fmla="*/ 592667 h 592667"/>
                  <a:gd name="connsiteX1" fmla="*/ 2912533 w 4394200"/>
                  <a:gd name="connsiteY1" fmla="*/ 0 h 592667"/>
                  <a:gd name="connsiteX2" fmla="*/ 4394200 w 4394200"/>
                  <a:gd name="connsiteY2" fmla="*/ 0 h 59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94200" h="592667">
                    <a:moveTo>
                      <a:pt x="0" y="592667"/>
                    </a:moveTo>
                    <a:lnTo>
                      <a:pt x="2912533" y="0"/>
                    </a:lnTo>
                    <a:lnTo>
                      <a:pt x="4394200" y="0"/>
                    </a:lnTo>
                  </a:path>
                </a:pathLst>
              </a:cu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 flipV="1">
              <a:off x="-25400" y="3403598"/>
              <a:ext cx="4470400" cy="2751667"/>
              <a:chOff x="-25400" y="702733"/>
              <a:chExt cx="4470400" cy="2751667"/>
            </a:xfrm>
          </p:grpSpPr>
          <p:sp>
            <p:nvSpPr>
              <p:cNvPr id="14" name="任意多边形 13"/>
              <p:cNvSpPr/>
              <p:nvPr/>
            </p:nvSpPr>
            <p:spPr>
              <a:xfrm>
                <a:off x="-8467" y="702733"/>
                <a:ext cx="4453467" cy="2743200"/>
              </a:xfrm>
              <a:custGeom>
                <a:avLst/>
                <a:gdLst>
                  <a:gd name="connsiteX0" fmla="*/ 0 w 4453467"/>
                  <a:gd name="connsiteY0" fmla="*/ 2743200 h 2743200"/>
                  <a:gd name="connsiteX1" fmla="*/ 1837267 w 4453467"/>
                  <a:gd name="connsiteY1" fmla="*/ 0 h 2743200"/>
                  <a:gd name="connsiteX2" fmla="*/ 4453467 w 4453467"/>
                  <a:gd name="connsiteY2" fmla="*/ 0 h 274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53467" h="2743200">
                    <a:moveTo>
                      <a:pt x="0" y="2743200"/>
                    </a:moveTo>
                    <a:lnTo>
                      <a:pt x="1837267" y="0"/>
                    </a:lnTo>
                    <a:lnTo>
                      <a:pt x="4453467" y="0"/>
                    </a:lnTo>
                  </a:path>
                </a:pathLst>
              </a:cu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-25400" y="1786467"/>
                <a:ext cx="4445000" cy="1659466"/>
              </a:xfrm>
              <a:custGeom>
                <a:avLst/>
                <a:gdLst>
                  <a:gd name="connsiteX0" fmla="*/ 0 w 4445000"/>
                  <a:gd name="connsiteY0" fmla="*/ 1659466 h 1659466"/>
                  <a:gd name="connsiteX1" fmla="*/ 2472267 w 4445000"/>
                  <a:gd name="connsiteY1" fmla="*/ 0 h 1659466"/>
                  <a:gd name="connsiteX2" fmla="*/ 4445000 w 4445000"/>
                  <a:gd name="connsiteY2" fmla="*/ 0 h 1659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45000" h="1659466">
                    <a:moveTo>
                      <a:pt x="0" y="1659466"/>
                    </a:moveTo>
                    <a:lnTo>
                      <a:pt x="2472267" y="0"/>
                    </a:lnTo>
                    <a:lnTo>
                      <a:pt x="4445000" y="0"/>
                    </a:lnTo>
                  </a:path>
                </a:pathLst>
              </a:cu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任意多边形 15"/>
              <p:cNvSpPr/>
              <p:nvPr/>
            </p:nvSpPr>
            <p:spPr>
              <a:xfrm>
                <a:off x="-25400" y="2861733"/>
                <a:ext cx="4394200" cy="592667"/>
              </a:xfrm>
              <a:custGeom>
                <a:avLst/>
                <a:gdLst>
                  <a:gd name="connsiteX0" fmla="*/ 0 w 4394200"/>
                  <a:gd name="connsiteY0" fmla="*/ 592667 h 592667"/>
                  <a:gd name="connsiteX1" fmla="*/ 2912533 w 4394200"/>
                  <a:gd name="connsiteY1" fmla="*/ 0 h 592667"/>
                  <a:gd name="connsiteX2" fmla="*/ 4394200 w 4394200"/>
                  <a:gd name="connsiteY2" fmla="*/ 0 h 59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94200" h="592667">
                    <a:moveTo>
                      <a:pt x="0" y="592667"/>
                    </a:moveTo>
                    <a:lnTo>
                      <a:pt x="2912533" y="0"/>
                    </a:lnTo>
                    <a:lnTo>
                      <a:pt x="4394200" y="0"/>
                    </a:lnTo>
                  </a:path>
                </a:pathLst>
              </a:cu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椭圆 16"/>
            <p:cNvSpPr/>
            <p:nvPr/>
          </p:nvSpPr>
          <p:spPr>
            <a:xfrm>
              <a:off x="4361366" y="646062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4361366" y="1732467"/>
              <a:ext cx="108000" cy="108000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4361366" y="2814032"/>
              <a:ext cx="108000" cy="108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4361366" y="3933800"/>
              <a:ext cx="108000" cy="108000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4361366" y="5017531"/>
              <a:ext cx="108000" cy="108000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4361366" y="6101262"/>
              <a:ext cx="108000" cy="108000"/>
            </a:xfrm>
            <a:prstGeom prst="ellipse">
              <a:avLst/>
            </a:prstGeom>
            <a:solidFill>
              <a:srgbClr val="00206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4568825" y="432404"/>
            <a:ext cx="7365281" cy="532453"/>
            <a:chOff x="4568825" y="432404"/>
            <a:chExt cx="7365281" cy="532453"/>
          </a:xfrm>
        </p:grpSpPr>
        <p:sp>
          <p:nvSpPr>
            <p:cNvPr id="23" name="矩形 22"/>
            <p:cNvSpPr/>
            <p:nvPr/>
          </p:nvSpPr>
          <p:spPr>
            <a:xfrm>
              <a:off x="6961426" y="432404"/>
              <a:ext cx="4972680" cy="5324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8-14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号字，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1.3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倍字间距。</a:t>
              </a: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568825" y="438589"/>
              <a:ext cx="2300757" cy="509896"/>
              <a:chOff x="888096" y="1000203"/>
              <a:chExt cx="4259825" cy="944066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" name="矩形 29"/>
            <p:cNvSpPr/>
            <p:nvPr/>
          </p:nvSpPr>
          <p:spPr>
            <a:xfrm>
              <a:off x="4677733" y="51396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点击此处添加标题</a:t>
              </a: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568825" y="1520240"/>
            <a:ext cx="7365281" cy="532453"/>
            <a:chOff x="4568825" y="432404"/>
            <a:chExt cx="7365281" cy="532453"/>
          </a:xfrm>
        </p:grpSpPr>
        <p:sp>
          <p:nvSpPr>
            <p:cNvPr id="80" name="矩形 79"/>
            <p:cNvSpPr/>
            <p:nvPr/>
          </p:nvSpPr>
          <p:spPr>
            <a:xfrm>
              <a:off x="6961426" y="432404"/>
              <a:ext cx="4972680" cy="5324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8-14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号字，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1.3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倍字间距。</a:t>
              </a: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4568825" y="438589"/>
              <a:ext cx="2300757" cy="509896"/>
              <a:chOff x="888096" y="1000203"/>
              <a:chExt cx="4259825" cy="944066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2" name="矩形 81"/>
            <p:cNvSpPr/>
            <p:nvPr/>
          </p:nvSpPr>
          <p:spPr>
            <a:xfrm>
              <a:off x="4677733" y="51396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点击此处添加标题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4568825" y="2625613"/>
            <a:ext cx="7365281" cy="532453"/>
            <a:chOff x="4568825" y="432404"/>
            <a:chExt cx="7365281" cy="532453"/>
          </a:xfrm>
        </p:grpSpPr>
        <p:sp>
          <p:nvSpPr>
            <p:cNvPr id="89" name="矩形 88"/>
            <p:cNvSpPr/>
            <p:nvPr/>
          </p:nvSpPr>
          <p:spPr>
            <a:xfrm>
              <a:off x="6961426" y="432404"/>
              <a:ext cx="4972680" cy="5324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8-14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号字，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1.3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倍字间距。</a:t>
              </a:r>
            </a:p>
          </p:txBody>
        </p:sp>
        <p:grpSp>
          <p:nvGrpSpPr>
            <p:cNvPr id="90" name="组合 89"/>
            <p:cNvGrpSpPr/>
            <p:nvPr/>
          </p:nvGrpSpPr>
          <p:grpSpPr>
            <a:xfrm>
              <a:off x="4568825" y="438589"/>
              <a:ext cx="2300757" cy="509896"/>
              <a:chOff x="888096" y="1000203"/>
              <a:chExt cx="4259825" cy="944066"/>
            </a:xfrm>
          </p:grpSpPr>
          <p:sp>
            <p:nvSpPr>
              <p:cNvPr id="92" name="矩形 91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1" name="矩形 90"/>
            <p:cNvSpPr/>
            <p:nvPr/>
          </p:nvSpPr>
          <p:spPr>
            <a:xfrm>
              <a:off x="4677733" y="51396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点击此处添加标题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568825" y="3721573"/>
            <a:ext cx="7365281" cy="532453"/>
            <a:chOff x="4568825" y="432404"/>
            <a:chExt cx="7365281" cy="532453"/>
          </a:xfrm>
        </p:grpSpPr>
        <p:sp>
          <p:nvSpPr>
            <p:cNvPr id="98" name="矩形 97"/>
            <p:cNvSpPr/>
            <p:nvPr/>
          </p:nvSpPr>
          <p:spPr>
            <a:xfrm>
              <a:off x="6961426" y="432404"/>
              <a:ext cx="4972680" cy="5324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8-14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号字，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1.3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倍字间距。</a:t>
              </a:r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4568825" y="438589"/>
              <a:ext cx="2300757" cy="509896"/>
              <a:chOff x="888096" y="1000203"/>
              <a:chExt cx="4259825" cy="944066"/>
            </a:xfrm>
          </p:grpSpPr>
          <p:sp>
            <p:nvSpPr>
              <p:cNvPr id="101" name="矩形 100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0" name="矩形 99"/>
            <p:cNvSpPr/>
            <p:nvPr/>
          </p:nvSpPr>
          <p:spPr>
            <a:xfrm>
              <a:off x="4677733" y="51396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点击此处添加标题</a:t>
              </a: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4568825" y="4809201"/>
            <a:ext cx="7365281" cy="532453"/>
            <a:chOff x="4568825" y="432404"/>
            <a:chExt cx="7365281" cy="532453"/>
          </a:xfrm>
        </p:grpSpPr>
        <p:sp>
          <p:nvSpPr>
            <p:cNvPr id="107" name="矩形 106"/>
            <p:cNvSpPr/>
            <p:nvPr/>
          </p:nvSpPr>
          <p:spPr>
            <a:xfrm>
              <a:off x="6961426" y="432404"/>
              <a:ext cx="4972680" cy="5324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8-14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号字，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1.3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倍字间距。</a:t>
              </a:r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4568825" y="438589"/>
              <a:ext cx="2300757" cy="509896"/>
              <a:chOff x="888096" y="1000203"/>
              <a:chExt cx="4259825" cy="944066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椭圆 110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9" name="矩形 108"/>
            <p:cNvSpPr/>
            <p:nvPr/>
          </p:nvSpPr>
          <p:spPr>
            <a:xfrm>
              <a:off x="4677733" y="51396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点击此处添加标题</a:t>
              </a: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4568825" y="5889038"/>
            <a:ext cx="7365281" cy="532453"/>
            <a:chOff x="4568825" y="432404"/>
            <a:chExt cx="7365281" cy="532453"/>
          </a:xfrm>
        </p:grpSpPr>
        <p:sp>
          <p:nvSpPr>
            <p:cNvPr id="116" name="矩形 115"/>
            <p:cNvSpPr/>
            <p:nvPr/>
          </p:nvSpPr>
          <p:spPr>
            <a:xfrm>
              <a:off x="6961426" y="432404"/>
              <a:ext cx="4972680" cy="5324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标题数字等都可以通过点击和重新输入进行更改，顶部“开始”面板中可以对字体、字号、颜色、行距等进行修改。建议正文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8-14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号字，</a:t>
              </a:r>
              <a:r>
                <a:rPr lang="en-US" altLang="zh-CN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1.3</a:t>
              </a:r>
              <a:r>
                <a:rPr lang="zh-CN" altLang="en-US" sz="11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倍字间距。</a:t>
              </a:r>
            </a:p>
          </p:txBody>
        </p:sp>
        <p:grpSp>
          <p:nvGrpSpPr>
            <p:cNvPr id="117" name="组合 116"/>
            <p:cNvGrpSpPr/>
            <p:nvPr/>
          </p:nvGrpSpPr>
          <p:grpSpPr>
            <a:xfrm>
              <a:off x="4568825" y="438589"/>
              <a:ext cx="2300757" cy="509896"/>
              <a:chOff x="888096" y="1000203"/>
              <a:chExt cx="4259825" cy="944066"/>
            </a:xfrm>
          </p:grpSpPr>
          <p:sp>
            <p:nvSpPr>
              <p:cNvPr id="119" name="矩形 118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椭圆 120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椭圆 121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椭圆 122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8" name="矩形 117"/>
            <p:cNvSpPr/>
            <p:nvPr/>
          </p:nvSpPr>
          <p:spPr>
            <a:xfrm>
              <a:off x="4677733" y="51396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点击此处添加标题</a:t>
              </a:r>
            </a:p>
          </p:txBody>
        </p:sp>
      </p:grpSp>
      <p:sp>
        <p:nvSpPr>
          <p:cNvPr id="124" name="文本框 123"/>
          <p:cNvSpPr txBox="1"/>
          <p:nvPr/>
        </p:nvSpPr>
        <p:spPr>
          <a:xfrm>
            <a:off x="4007126" y="434252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</a:t>
            </a:r>
            <a:endParaRPr lang="zh-CN" altLang="en-US" sz="2800" dirty="0"/>
          </a:p>
        </p:txBody>
      </p:sp>
      <p:sp>
        <p:nvSpPr>
          <p:cNvPr id="125" name="文本框 124"/>
          <p:cNvSpPr txBox="1"/>
          <p:nvPr/>
        </p:nvSpPr>
        <p:spPr>
          <a:xfrm>
            <a:off x="4013200" y="15240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2</a:t>
            </a:r>
            <a:endParaRPr lang="zh-CN" altLang="en-US" sz="2800" dirty="0"/>
          </a:p>
        </p:txBody>
      </p:sp>
      <p:sp>
        <p:nvSpPr>
          <p:cNvPr id="126" name="文本框 125"/>
          <p:cNvSpPr txBox="1"/>
          <p:nvPr/>
        </p:nvSpPr>
        <p:spPr>
          <a:xfrm>
            <a:off x="4013200" y="26162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3</a:t>
            </a:r>
            <a:endParaRPr lang="zh-CN" altLang="en-US" sz="2800" dirty="0"/>
          </a:p>
        </p:txBody>
      </p:sp>
      <p:sp>
        <p:nvSpPr>
          <p:cNvPr id="127" name="文本框 126"/>
          <p:cNvSpPr txBox="1"/>
          <p:nvPr/>
        </p:nvSpPr>
        <p:spPr>
          <a:xfrm>
            <a:off x="4013200" y="37084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4</a:t>
            </a:r>
            <a:endParaRPr lang="zh-CN" altLang="en-US" sz="2800" dirty="0"/>
          </a:p>
        </p:txBody>
      </p:sp>
      <p:sp>
        <p:nvSpPr>
          <p:cNvPr id="128" name="文本框 127"/>
          <p:cNvSpPr txBox="1"/>
          <p:nvPr/>
        </p:nvSpPr>
        <p:spPr>
          <a:xfrm>
            <a:off x="4013200" y="48006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5</a:t>
            </a:r>
            <a:endParaRPr lang="zh-CN" altLang="en-US" sz="2800" dirty="0"/>
          </a:p>
        </p:txBody>
      </p:sp>
      <p:sp>
        <p:nvSpPr>
          <p:cNvPr id="129" name="文本框 128"/>
          <p:cNvSpPr txBox="1"/>
          <p:nvPr/>
        </p:nvSpPr>
        <p:spPr>
          <a:xfrm>
            <a:off x="4013200" y="58928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6</a:t>
            </a: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4055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FIVE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主要结论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48772" y="1363132"/>
            <a:ext cx="4587588" cy="4262632"/>
          </a:xfrm>
          <a:prstGeom prst="rect">
            <a:avLst/>
          </a:prstGeom>
        </p:spPr>
      </p:pic>
      <p:sp>
        <p:nvSpPr>
          <p:cNvPr id="6" name="菱形 5"/>
          <p:cNvSpPr/>
          <p:nvPr/>
        </p:nvSpPr>
        <p:spPr>
          <a:xfrm>
            <a:off x="4083050" y="1416050"/>
            <a:ext cx="4025900" cy="4025900"/>
          </a:xfrm>
          <a:prstGeom prst="diamond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3000"/>
                </a:schemeClr>
              </a:gs>
              <a:gs pos="83000">
                <a:schemeClr val="accent3">
                  <a:lumMod val="45000"/>
                  <a:lumOff val="55000"/>
                  <a:alpha val="57000"/>
                </a:schemeClr>
              </a:gs>
              <a:gs pos="100000">
                <a:schemeClr val="accent3">
                  <a:lumMod val="30000"/>
                  <a:lumOff val="7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结论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088594" y="1487746"/>
            <a:ext cx="2300757" cy="509896"/>
            <a:chOff x="888096" y="1000203"/>
            <a:chExt cx="4259825" cy="944066"/>
          </a:xfrm>
        </p:grpSpPr>
        <p:sp>
          <p:nvSpPr>
            <p:cNvPr id="8" name="矩形 7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1219501" y="15631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14" name="矩形 13"/>
          <p:cNvSpPr/>
          <p:nvPr/>
        </p:nvSpPr>
        <p:spPr>
          <a:xfrm>
            <a:off x="1137421" y="2039830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1088594" y="3837270"/>
            <a:ext cx="2300757" cy="509896"/>
            <a:chOff x="888096" y="1000203"/>
            <a:chExt cx="4259825" cy="944066"/>
          </a:xfrm>
        </p:grpSpPr>
        <p:sp>
          <p:nvSpPr>
            <p:cNvPr id="16" name="矩形 15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1219501" y="39126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22" name="矩形 21"/>
          <p:cNvSpPr/>
          <p:nvPr/>
        </p:nvSpPr>
        <p:spPr>
          <a:xfrm>
            <a:off x="1137421" y="4389354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9036927" y="1487746"/>
            <a:ext cx="2300757" cy="509896"/>
            <a:chOff x="888096" y="1000203"/>
            <a:chExt cx="4259825" cy="944066"/>
          </a:xfrm>
        </p:grpSpPr>
        <p:sp>
          <p:nvSpPr>
            <p:cNvPr id="24" name="矩形 23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9" name="矩形 28"/>
          <p:cNvSpPr/>
          <p:nvPr/>
        </p:nvSpPr>
        <p:spPr>
          <a:xfrm>
            <a:off x="9167834" y="15631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30" name="矩形 29"/>
          <p:cNvSpPr/>
          <p:nvPr/>
        </p:nvSpPr>
        <p:spPr>
          <a:xfrm>
            <a:off x="8392055" y="2039830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8997376" y="3837270"/>
            <a:ext cx="2300757" cy="509896"/>
            <a:chOff x="888096" y="1000203"/>
            <a:chExt cx="4259825" cy="944066"/>
          </a:xfrm>
        </p:grpSpPr>
        <p:sp>
          <p:nvSpPr>
            <p:cNvPr id="32" name="矩形 31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7" name="矩形 36"/>
          <p:cNvSpPr/>
          <p:nvPr/>
        </p:nvSpPr>
        <p:spPr>
          <a:xfrm>
            <a:off x="9128283" y="39126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点击此处添加标题</a:t>
            </a:r>
          </a:p>
        </p:txBody>
      </p:sp>
      <p:sp>
        <p:nvSpPr>
          <p:cNvPr id="38" name="矩形 37"/>
          <p:cNvSpPr/>
          <p:nvPr/>
        </p:nvSpPr>
        <p:spPr>
          <a:xfrm>
            <a:off x="8392055" y="4389354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8-14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号字，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倍字间距。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en-US" altLang="zh-CN" sz="4400" b="1" dirty="0">
                <a:latin typeface="+mj-lt"/>
                <a:ea typeface="微软雅黑" panose="020B0503020204020204" charset="-122"/>
              </a:rPr>
              <a:t>PART SIX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1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8965">
              <a:lnSpc>
                <a:spcPct val="130000"/>
              </a:lnSpc>
            </a:pPr>
            <a:r>
              <a:rPr lang="zh-CN" altLang="en-US" sz="6000" dirty="0">
                <a:latin typeface="+mj-lt"/>
                <a:ea typeface="微软雅黑" panose="020B0503020204020204" charset="-122"/>
              </a:rPr>
              <a:t>参考文献</a:t>
            </a: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  <p:sp>
        <p:nvSpPr>
          <p:cNvPr id="5" name="矩形 4"/>
          <p:cNvSpPr/>
          <p:nvPr/>
        </p:nvSpPr>
        <p:spPr>
          <a:xfrm>
            <a:off x="0" y="60523"/>
            <a:ext cx="2432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学校名称：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大学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0523"/>
            <a:ext cx="22789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 SIX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参考文献</a:t>
            </a:r>
          </a:p>
        </p:txBody>
      </p:sp>
      <p:sp>
        <p:nvSpPr>
          <p:cNvPr id="5" name="矩形 4"/>
          <p:cNvSpPr/>
          <p:nvPr/>
        </p:nvSpPr>
        <p:spPr>
          <a:xfrm>
            <a:off x="911225" y="575452"/>
            <a:ext cx="10438801" cy="5818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期刊类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[J].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刊名，出版年份，卷号（期号）：起止页码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专著类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书名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[M].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出版地：出版社，出版年份：起止页码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报纸类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[N].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报纸名，出版日期（版次）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论文集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[C].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出版地：出版者，出版年份：起始页码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学位论文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[D].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出版地：保存者，出版年份：起始页码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6.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研究报告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篇名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[R].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出版地：出版者，出版年份：起始页码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7.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条例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颁布单位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条例名称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发布日期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译著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序号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原著作者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书名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[M].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译者，译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出版地：出版社，出版年份：起止页码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672703" y="1883659"/>
            <a:ext cx="4698723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800" b="1" dirty="0"/>
              <a:t>谢谢观看</a:t>
            </a:r>
            <a:endParaRPr lang="en-US" altLang="zh-CN" sz="8800" b="1" dirty="0"/>
          </a:p>
        </p:txBody>
      </p:sp>
      <p:sp>
        <p:nvSpPr>
          <p:cNvPr id="7" name="矩形 6"/>
          <p:cNvSpPr/>
          <p:nvPr/>
        </p:nvSpPr>
        <p:spPr>
          <a:xfrm>
            <a:off x="0" y="60523"/>
            <a:ext cx="24320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学校名称：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大学</a:t>
            </a:r>
          </a:p>
        </p:txBody>
      </p:sp>
      <p:sp>
        <p:nvSpPr>
          <p:cNvPr id="12" name="矩形 11"/>
          <p:cNvSpPr/>
          <p:nvPr/>
        </p:nvSpPr>
        <p:spPr>
          <a:xfrm>
            <a:off x="3926143" y="4128161"/>
            <a:ext cx="43397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dirty="0"/>
              <a:t>输入文本内容输入文本内容输入文本内容</a:t>
            </a:r>
            <a:endParaRPr lang="en-US" altLang="zh-CN" dirty="0"/>
          </a:p>
          <a:p>
            <a:pPr algn="ctr" defTabSz="914400">
              <a:defRPr/>
            </a:pPr>
            <a:endParaRPr lang="en-US" altLang="zh-CN" dirty="0"/>
          </a:p>
          <a:p>
            <a:pPr algn="ctr" defTabSz="914400">
              <a:defRPr/>
            </a:pPr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3107267" y="3330209"/>
            <a:ext cx="2683933" cy="540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答辩人：</a:t>
            </a:r>
            <a:r>
              <a:rPr lang="en-US" altLang="zh-CN" sz="14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14" name="矩形 13"/>
          <p:cNvSpPr/>
          <p:nvPr/>
        </p:nvSpPr>
        <p:spPr>
          <a:xfrm>
            <a:off x="6427264" y="3330209"/>
            <a:ext cx="2683933" cy="540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答辩时间：</a:t>
            </a:r>
            <a:r>
              <a:rPr lang="en-US" altLang="zh-CN" sz="1400" dirty="0">
                <a:solidFill>
                  <a:schemeClr val="tx1"/>
                </a:solidFill>
              </a:rPr>
              <a:t>XX</a:t>
            </a:r>
            <a:r>
              <a:rPr lang="zh-CN" altLang="en-US" sz="1400" dirty="0">
                <a:solidFill>
                  <a:schemeClr val="tx1"/>
                </a:solidFill>
              </a:rPr>
              <a:t>年</a:t>
            </a:r>
            <a:r>
              <a:rPr lang="en-US" altLang="zh-CN" sz="1400" dirty="0">
                <a:solidFill>
                  <a:schemeClr val="tx1"/>
                </a:solidFill>
              </a:rPr>
              <a:t>XX</a:t>
            </a:r>
            <a:r>
              <a:rPr lang="zh-CN" altLang="en-US" sz="1400" dirty="0">
                <a:solidFill>
                  <a:schemeClr val="tx1"/>
                </a:solidFill>
              </a:rPr>
              <a:t>月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 (26)"/>
</p:tagLst>
</file>

<file path=ppt/theme/theme1.xml><?xml version="1.0" encoding="utf-8"?>
<a:theme xmlns:a="http://schemas.openxmlformats.org/drawingml/2006/main" name="第一PPT，www.1ppt.com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2051</Words>
  <Application>Microsoft Office PowerPoint</Application>
  <PresentationFormat>宽屏</PresentationFormat>
  <Paragraphs>212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宋体</vt:lpstr>
      <vt:lpstr>微软雅黑</vt:lpstr>
      <vt:lpstr>Arial</vt:lpstr>
      <vt:lpstr>Calibri</vt:lpstr>
      <vt:lpstr>Segoe UI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dc:description>www.1ppt.com</dc:description>
  <cp:lastModifiedBy>刚毅坚卓</cp:lastModifiedBy>
  <cp:revision>68</cp:revision>
  <dcterms:created xsi:type="dcterms:W3CDTF">2015-08-18T02:51:00Z</dcterms:created>
  <dcterms:modified xsi:type="dcterms:W3CDTF">2021-09-06T09:18:09Z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