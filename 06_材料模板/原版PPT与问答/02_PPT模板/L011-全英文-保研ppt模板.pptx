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952" r:id="rId2"/>
  </p:sldMasterIdLst>
  <p:notesMasterIdLst>
    <p:notesMasterId r:id="rId17"/>
  </p:notesMasterIdLst>
  <p:handoutMasterIdLst>
    <p:handoutMasterId r:id="rId18"/>
  </p:handoutMasterIdLst>
  <p:sldIdLst>
    <p:sldId id="660" r:id="rId3"/>
    <p:sldId id="1037" r:id="rId4"/>
    <p:sldId id="1038" r:id="rId5"/>
    <p:sldId id="1028" r:id="rId6"/>
    <p:sldId id="1039" r:id="rId7"/>
    <p:sldId id="1030" r:id="rId8"/>
    <p:sldId id="1031" r:id="rId9"/>
    <p:sldId id="1035" r:id="rId10"/>
    <p:sldId id="1032" r:id="rId11"/>
    <p:sldId id="1034" r:id="rId12"/>
    <p:sldId id="1040" r:id="rId13"/>
    <p:sldId id="1033" r:id="rId14"/>
    <p:sldId id="655" r:id="rId15"/>
    <p:sldId id="1036" r:id="rId16"/>
  </p:sldIdLst>
  <p:sldSz cx="9144000" cy="5710238"/>
  <p:notesSz cx="6815138" cy="9823450"/>
  <p:custDataLst>
    <p:tags r:id="rId1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99CCFF"/>
    <a:srgbClr val="66CCFF"/>
    <a:srgbClr val="4986C3"/>
    <a:srgbClr val="FF0000"/>
    <a:srgbClr val="727071"/>
    <a:srgbClr val="C70019"/>
    <a:srgbClr val="DD6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3600" autoAdjust="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2400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7549F83-AC00-4686-B069-AA30E6C07F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AD4A8A-033F-4E29-9B99-D6AF5F85B7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60800" y="0"/>
            <a:ext cx="2952750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752B9827-8F9A-4D6C-96F5-01F0B8C13EE8}" type="datetimeFigureOut">
              <a:rPr lang="zh-CN" altLang="en-US"/>
              <a:pPr>
                <a:defRPr/>
              </a:pPr>
              <a:t>2022/2/16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25EBB1-22A0-4BA0-AF45-7CEAAF6CFB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31325"/>
            <a:ext cx="2952750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F89902-36D0-4BEC-9333-6E77CB6422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60800" y="9331325"/>
            <a:ext cx="2952750" cy="4905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0" hangingPunct="0">
              <a:defRPr sz="120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1EBE91FD-0458-40CA-9DCC-CA30583212C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A3FEBD8-AF1E-4376-A335-F9FE7189324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51F10EE-443C-41EE-A73A-71822768E1A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48AE52B7-A2C8-446A-9D4E-6C08F2C81F3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8788" y="736600"/>
            <a:ext cx="5899150" cy="3684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56B4BE20-C01A-47D6-9065-9EB1DD503AA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665663"/>
            <a:ext cx="5453062" cy="442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3E4B7A3E-2F4A-4FFF-9AB2-69E3922C5E1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31325"/>
            <a:ext cx="295275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835A578B-3550-4FEC-8BA0-DCE1C5FE40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331325"/>
            <a:ext cx="2952750" cy="490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BE07C379-41BD-49DB-BBEA-34FA839FA7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67A8CF3B-A0FD-4DB5-B233-2BF0D61D75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灯片编号占位符 3">
            <a:extLst>
              <a:ext uri="{FF2B5EF4-FFF2-40B4-BE49-F238E27FC236}">
                <a16:creationId xmlns:a16="http://schemas.microsoft.com/office/drawing/2014/main" id="{F5970C22-BDAC-41E2-B623-4AD702DE4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6B6005-C5AD-47D6-A02E-6E5999339653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4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3556" name="备注占位符 1">
            <a:extLst>
              <a:ext uri="{FF2B5EF4-FFF2-40B4-BE49-F238E27FC236}">
                <a16:creationId xmlns:a16="http://schemas.microsoft.com/office/drawing/2014/main" id="{408A2988-A5AF-44AC-9427-AE4CAD16D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>
            <a:extLst>
              <a:ext uri="{FF2B5EF4-FFF2-40B4-BE49-F238E27FC236}">
                <a16:creationId xmlns:a16="http://schemas.microsoft.com/office/drawing/2014/main" id="{6DF5B102-AD8B-4258-86E6-5936096E8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灯片编号占位符 3">
            <a:extLst>
              <a:ext uri="{FF2B5EF4-FFF2-40B4-BE49-F238E27FC236}">
                <a16:creationId xmlns:a16="http://schemas.microsoft.com/office/drawing/2014/main" id="{455AB07B-CEF4-4A86-BE32-664B38EE8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552429-C12E-4BEA-9B74-0CA9B62A6397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6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5604" name="备注占位符 1">
            <a:extLst>
              <a:ext uri="{FF2B5EF4-FFF2-40B4-BE49-F238E27FC236}">
                <a16:creationId xmlns:a16="http://schemas.microsoft.com/office/drawing/2014/main" id="{4709366F-92EA-4335-B0EB-371FB93498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介绍科研经历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介绍调度会议等会议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介绍论文解决的问题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7A9AD730-46CB-459F-BF2E-9338608CC1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灯片编号占位符 3">
            <a:extLst>
              <a:ext uri="{FF2B5EF4-FFF2-40B4-BE49-F238E27FC236}">
                <a16:creationId xmlns:a16="http://schemas.microsoft.com/office/drawing/2014/main" id="{35F2DE88-4A14-420C-BF85-C11BC4D99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9AEE11-C1CD-43AC-89C3-C0A2D3261BC5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7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7652" name="备注占位符 1">
            <a:extLst>
              <a:ext uri="{FF2B5EF4-FFF2-40B4-BE49-F238E27FC236}">
                <a16:creationId xmlns:a16="http://schemas.microsoft.com/office/drawing/2014/main" id="{AF52635D-B4FA-45B6-9820-6E58767824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介绍论文的方法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介绍论文的效果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>
            <a:extLst>
              <a:ext uri="{FF2B5EF4-FFF2-40B4-BE49-F238E27FC236}">
                <a16:creationId xmlns:a16="http://schemas.microsoft.com/office/drawing/2014/main" id="{459B8DE1-1EAC-48B8-857C-90D8A490C6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灯片编号占位符 3">
            <a:extLst>
              <a:ext uri="{FF2B5EF4-FFF2-40B4-BE49-F238E27FC236}">
                <a16:creationId xmlns:a16="http://schemas.microsoft.com/office/drawing/2014/main" id="{054526F0-343D-4208-97F9-1708DF5F1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80780E-9F0D-4566-BDD8-7C84365435C9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8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700" name="备注占位符 1">
            <a:extLst>
              <a:ext uri="{FF2B5EF4-FFF2-40B4-BE49-F238E27FC236}">
                <a16:creationId xmlns:a16="http://schemas.microsoft.com/office/drawing/2014/main" id="{6FE5D3EF-3F51-4B8A-A145-8AA93E08C0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）介绍问题，阐述问题的复杂性“救灾双层规划”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）介绍一般的思路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3</a:t>
            </a:r>
            <a:r>
              <a:rPr lang="zh-CN" altLang="en-US">
                <a:latin typeface="Arial" panose="020B0604020202020204" pitchFamily="34" charset="0"/>
              </a:rPr>
              <a:t>）介绍自己的思路</a:t>
            </a:r>
            <a:endParaRPr lang="en-US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4</a:t>
            </a:r>
            <a:r>
              <a:rPr lang="zh-CN" altLang="en-US">
                <a:latin typeface="Arial" panose="020B0604020202020204" pitchFamily="34" charset="0"/>
              </a:rPr>
              <a:t>）介绍求解结果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742CD811-1757-430C-98D5-9F5E459EA3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灯片编号占位符 3">
            <a:extLst>
              <a:ext uri="{FF2B5EF4-FFF2-40B4-BE49-F238E27FC236}">
                <a16:creationId xmlns:a16="http://schemas.microsoft.com/office/drawing/2014/main" id="{16046502-D1B2-4D2A-AD07-D539008A4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A4AA55-FE1B-4134-9A11-B6D55B714D2B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9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" name="备注占位符 1">
            <a:extLst>
              <a:ext uri="{FF2B5EF4-FFF2-40B4-BE49-F238E27FC236}">
                <a16:creationId xmlns:a16="http://schemas.microsoft.com/office/drawing/2014/main" id="{FA9A7E01-048F-40D0-BE8D-CF78ABF70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algn="just">
              <a:lnSpc>
                <a:spcPts val="24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Studied modern optimization algorithms including GA, PSO, ACO, SVM, NN and cluster</a:t>
            </a:r>
          </a:p>
          <a:p>
            <a:pPr marL="285750" indent="-285750" algn="just">
              <a:lnSpc>
                <a:spcPts val="24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Used </a:t>
            </a:r>
            <a:r>
              <a:rPr lang="en-US" altLang="zh-CN" b="1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Computer Vision </a:t>
            </a:r>
            <a:r>
              <a:rPr lang="en-US" altLang="zh-CN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 b="1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Pattern Recognition </a:t>
            </a:r>
            <a:r>
              <a:rPr lang="en-US" altLang="zh-CN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technique for classification tasks</a:t>
            </a:r>
          </a:p>
          <a:p>
            <a:pPr marL="285750" indent="-285750" algn="just">
              <a:lnSpc>
                <a:spcPts val="24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latin typeface="Cambria" panose="020405030504060302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Solved Combinatorial, Network Optimization and Integer Programming problems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5FC9D5C4-7257-43CE-AB6F-0161AC7BA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灯片编号占位符 3">
            <a:extLst>
              <a:ext uri="{FF2B5EF4-FFF2-40B4-BE49-F238E27FC236}">
                <a16:creationId xmlns:a16="http://schemas.microsoft.com/office/drawing/2014/main" id="{492D6D25-F564-4A55-A69F-71125E233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B7E10C-1D6D-4CF3-AD9D-876E650A56FA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10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3796" name="备注占位符 1">
            <a:extLst>
              <a:ext uri="{FF2B5EF4-FFF2-40B4-BE49-F238E27FC236}">
                <a16:creationId xmlns:a16="http://schemas.microsoft.com/office/drawing/2014/main" id="{F544A64E-C3CE-4825-8E8E-A3E35DDA7C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>
            <a:extLst>
              <a:ext uri="{FF2B5EF4-FFF2-40B4-BE49-F238E27FC236}">
                <a16:creationId xmlns:a16="http://schemas.microsoft.com/office/drawing/2014/main" id="{34BBD131-7FF7-4665-87A0-BD7BC285ED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灯片编号占位符 3">
            <a:extLst>
              <a:ext uri="{FF2B5EF4-FFF2-40B4-BE49-F238E27FC236}">
                <a16:creationId xmlns:a16="http://schemas.microsoft.com/office/drawing/2014/main" id="{908D997E-20EA-4731-8AA4-9C48018A8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4CAF59-9A4F-4D55-8B0B-2F253D88729D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/>
              <a:t>12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5844" name="备注占位符 1">
            <a:extLst>
              <a:ext uri="{FF2B5EF4-FFF2-40B4-BE49-F238E27FC236}">
                <a16:creationId xmlns:a16="http://schemas.microsoft.com/office/drawing/2014/main" id="{130654A7-E80A-45E0-B816-6DF9F53E44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E6DA4C-1594-4BC6-A6D8-998788997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9525"/>
            <a:ext cx="3433763" cy="18589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" name="单圆角矩形 6">
            <a:extLst>
              <a:ext uri="{FF2B5EF4-FFF2-40B4-BE49-F238E27FC236}">
                <a16:creationId xmlns:a16="http://schemas.microsoft.com/office/drawing/2014/main" id="{57FAF44F-C28F-4B38-9961-9DDC629930FB}"/>
              </a:ext>
            </a:extLst>
          </p:cNvPr>
          <p:cNvSpPr/>
          <p:nvPr/>
        </p:nvSpPr>
        <p:spPr bwMode="auto">
          <a:xfrm>
            <a:off x="0" y="1857375"/>
            <a:ext cx="8675688" cy="2549525"/>
          </a:xfrm>
          <a:prstGeom prst="round1Rect">
            <a:avLst>
              <a:gd name="adj" fmla="val 34566"/>
            </a:avLst>
          </a:prstGeom>
          <a:solidFill>
            <a:srgbClr val="C70019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8" name="单圆角矩形 7">
            <a:extLst>
              <a:ext uri="{FF2B5EF4-FFF2-40B4-BE49-F238E27FC236}">
                <a16:creationId xmlns:a16="http://schemas.microsoft.com/office/drawing/2014/main" id="{B42842B3-E1CB-4399-974D-09C2F35A6162}"/>
              </a:ext>
            </a:extLst>
          </p:cNvPr>
          <p:cNvSpPr/>
          <p:nvPr/>
        </p:nvSpPr>
        <p:spPr bwMode="auto">
          <a:xfrm>
            <a:off x="0" y="1990725"/>
            <a:ext cx="8675688" cy="2549525"/>
          </a:xfrm>
          <a:prstGeom prst="round1Rect">
            <a:avLst>
              <a:gd name="adj" fmla="val 30484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7A780F-A4D1-4E6D-A6D0-CB56D0EDA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4843463"/>
            <a:ext cx="1330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>
              <a:defRPr/>
            </a:pPr>
            <a:r>
              <a:rPr lang="zh-CN" altLang="en-US" sz="1400">
                <a:solidFill>
                  <a:srgbClr val="7F7F7F"/>
                </a:solidFill>
              </a:rPr>
              <a:t>www.crrcgc.cc</a:t>
            </a:r>
          </a:p>
        </p:txBody>
      </p:sp>
      <p:pic>
        <p:nvPicPr>
          <p:cNvPr id="10" name="图片 10" descr="中车标识组合中英1.jpg">
            <a:extLst>
              <a:ext uri="{FF2B5EF4-FFF2-40B4-BE49-F238E27FC236}">
                <a16:creationId xmlns:a16="http://schemas.microsoft.com/office/drawing/2014/main" id="{63E1D34D-8957-469B-A5A1-293702106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6122988" y="663575"/>
            <a:ext cx="2078037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1" y="2016127"/>
            <a:ext cx="8675688" cy="2392363"/>
          </a:xfrm>
          <a:prstGeom prst="round1Rect">
            <a:avLst>
              <a:gd name="adj" fmla="val 34079"/>
            </a:avLst>
          </a:prstGeom>
          <a:pattFill prst="pct2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30317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700091" y="2369609"/>
            <a:ext cx="7485280" cy="594895"/>
          </a:xfrm>
        </p:spPr>
        <p:txBody>
          <a:bodyPr lIns="91440" tIns="45720" rIns="91440" bIns="45720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317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00091" y="3039602"/>
            <a:ext cx="7485280" cy="379417"/>
          </a:xfrm>
        </p:spPr>
        <p:txBody>
          <a:bodyPr lIns="91440" tIns="45720" rIns="91440" bIns="45720" anchor="ctr">
            <a:spAutoFit/>
          </a:bodyPr>
          <a:lstStyle>
            <a:lvl1pPr marL="0" indent="0" algn="l">
              <a:buSzPct val="60000"/>
              <a:buFont typeface="Wingdings" panose="05000000000000000000" pitchFamily="2" charset="2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700089" y="3773488"/>
            <a:ext cx="7485000" cy="323850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450371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0" presetClass="exit" presetSubtype="0" accel="10000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D60A176-37AE-4325-AD74-7CC386E1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-280988"/>
            <a:ext cx="3433762" cy="18589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BB57C5-DB37-4AEE-B6F6-738AE3BAF7E2}"/>
              </a:ext>
            </a:extLst>
          </p:cNvPr>
          <p:cNvSpPr>
            <a:spLocks/>
          </p:cNvSpPr>
          <p:nvPr/>
        </p:nvSpPr>
        <p:spPr bwMode="auto">
          <a:xfrm>
            <a:off x="384175" y="1409700"/>
            <a:ext cx="8375650" cy="2560638"/>
          </a:xfrm>
          <a:custGeom>
            <a:avLst/>
            <a:gdLst>
              <a:gd name="T0" fmla="*/ 987 w 1064"/>
              <a:gd name="T1" fmla="*/ 325 h 325"/>
              <a:gd name="T2" fmla="*/ 0 w 1064"/>
              <a:gd name="T3" fmla="*/ 325 h 325"/>
              <a:gd name="T4" fmla="*/ 0 w 1064"/>
              <a:gd name="T5" fmla="*/ 0 h 325"/>
              <a:gd name="T6" fmla="*/ 1064 w 1064"/>
              <a:gd name="T7" fmla="*/ 0 h 325"/>
              <a:gd name="T8" fmla="*/ 1064 w 1064"/>
              <a:gd name="T9" fmla="*/ 245 h 325"/>
              <a:gd name="T10" fmla="*/ 987 w 1064"/>
              <a:gd name="T11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4" h="325">
                <a:moveTo>
                  <a:pt x="987" y="325"/>
                </a:moveTo>
                <a:cubicBezTo>
                  <a:pt x="913" y="325"/>
                  <a:pt x="0" y="325"/>
                  <a:pt x="0" y="325"/>
                </a:cubicBezTo>
                <a:cubicBezTo>
                  <a:pt x="0" y="0"/>
                  <a:pt x="0" y="0"/>
                  <a:pt x="0" y="0"/>
                </a:cubicBezTo>
                <a:cubicBezTo>
                  <a:pt x="1064" y="0"/>
                  <a:pt x="1064" y="0"/>
                  <a:pt x="1064" y="0"/>
                </a:cubicBezTo>
                <a:cubicBezTo>
                  <a:pt x="1064" y="0"/>
                  <a:pt x="1064" y="227"/>
                  <a:pt x="1064" y="245"/>
                </a:cubicBezTo>
                <a:cubicBezTo>
                  <a:pt x="1064" y="270"/>
                  <a:pt x="1061" y="325"/>
                  <a:pt x="987" y="325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3000"/>
                </a:schemeClr>
              </a:gs>
              <a:gs pos="100000">
                <a:schemeClr val="tx2">
                  <a:lumMod val="46000"/>
                  <a:lumOff val="54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/>
          <a:lstStyle/>
          <a:p>
            <a:pPr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98899A4-6A23-43CB-A9F8-E95424309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4989513"/>
            <a:ext cx="98266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23">
              <a:defRPr/>
            </a:pPr>
            <a:r>
              <a:rPr lang="zh-CN" altLang="zh-CN" sz="1200" dirty="0">
                <a:solidFill>
                  <a:srgbClr val="C70019"/>
                </a:solidFill>
                <a:latin typeface="+mn-lt"/>
              </a:rPr>
              <a:t>www.crrcgc.cc</a:t>
            </a:r>
            <a:endParaRPr lang="zh-CN" altLang="zh-CN" sz="28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EB77719B-C463-45BC-9519-C28578863651}"/>
              </a:ext>
            </a:extLst>
          </p:cNvPr>
          <p:cNvSpPr>
            <a:spLocks/>
          </p:cNvSpPr>
          <p:nvPr/>
        </p:nvSpPr>
        <p:spPr bwMode="auto">
          <a:xfrm>
            <a:off x="7399338" y="5075238"/>
            <a:ext cx="1360487" cy="258762"/>
          </a:xfrm>
          <a:custGeom>
            <a:avLst/>
            <a:gdLst>
              <a:gd name="T0" fmla="*/ 0 w 165"/>
              <a:gd name="T1" fmla="*/ 0 h 29"/>
              <a:gd name="T2" fmla="*/ 0 w 165"/>
              <a:gd name="T3" fmla="*/ 18 h 29"/>
              <a:gd name="T4" fmla="*/ 3 w 165"/>
              <a:gd name="T5" fmla="*/ 26 h 29"/>
              <a:gd name="T6" fmla="*/ 3 w 165"/>
              <a:gd name="T7" fmla="*/ 27 h 29"/>
              <a:gd name="T8" fmla="*/ 12 w 165"/>
              <a:gd name="T9" fmla="*/ 29 h 29"/>
              <a:gd name="T10" fmla="*/ 154 w 165"/>
              <a:gd name="T11" fmla="*/ 29 h 29"/>
              <a:gd name="T12" fmla="*/ 162 w 165"/>
              <a:gd name="T13" fmla="*/ 27 h 29"/>
              <a:gd name="T14" fmla="*/ 165 w 165"/>
              <a:gd name="T15" fmla="*/ 18 h 29"/>
              <a:gd name="T16" fmla="*/ 165 w 165"/>
              <a:gd name="T17" fmla="*/ 0 h 29"/>
              <a:gd name="T18" fmla="*/ 156 w 165"/>
              <a:gd name="T19" fmla="*/ 0 h 29"/>
              <a:gd name="T20" fmla="*/ 156 w 165"/>
              <a:gd name="T21" fmla="*/ 14 h 29"/>
              <a:gd name="T22" fmla="*/ 155 w 165"/>
              <a:gd name="T23" fmla="*/ 17 h 29"/>
              <a:gd name="T24" fmla="*/ 152 w 165"/>
              <a:gd name="T25" fmla="*/ 19 h 29"/>
              <a:gd name="T26" fmla="*/ 14 w 165"/>
              <a:gd name="T27" fmla="*/ 19 h 29"/>
              <a:gd name="T28" fmla="*/ 11 w 165"/>
              <a:gd name="T29" fmla="*/ 17 h 29"/>
              <a:gd name="T30" fmla="*/ 9 w 165"/>
              <a:gd name="T31" fmla="*/ 14 h 29"/>
              <a:gd name="T32" fmla="*/ 9 w 165"/>
              <a:gd name="T33" fmla="*/ 0 h 29"/>
              <a:gd name="T34" fmla="*/ 0 w 165"/>
              <a:gd name="T3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5" h="29">
                <a:moveTo>
                  <a:pt x="0" y="0"/>
                </a:moveTo>
                <a:cubicBezTo>
                  <a:pt x="0" y="18"/>
                  <a:pt x="0" y="18"/>
                  <a:pt x="0" y="18"/>
                </a:cubicBezTo>
                <a:cubicBezTo>
                  <a:pt x="0" y="21"/>
                  <a:pt x="1" y="24"/>
                  <a:pt x="3" y="26"/>
                </a:cubicBezTo>
                <a:cubicBezTo>
                  <a:pt x="3" y="27"/>
                  <a:pt x="3" y="27"/>
                  <a:pt x="3" y="27"/>
                </a:cubicBezTo>
                <a:cubicBezTo>
                  <a:pt x="6" y="29"/>
                  <a:pt x="9" y="29"/>
                  <a:pt x="12" y="29"/>
                </a:cubicBezTo>
                <a:cubicBezTo>
                  <a:pt x="154" y="29"/>
                  <a:pt x="154" y="29"/>
                  <a:pt x="154" y="29"/>
                </a:cubicBezTo>
                <a:cubicBezTo>
                  <a:pt x="157" y="29"/>
                  <a:pt x="160" y="29"/>
                  <a:pt x="162" y="27"/>
                </a:cubicBezTo>
                <a:cubicBezTo>
                  <a:pt x="164" y="24"/>
                  <a:pt x="165" y="21"/>
                  <a:pt x="165" y="18"/>
                </a:cubicBezTo>
                <a:cubicBezTo>
                  <a:pt x="165" y="0"/>
                  <a:pt x="165" y="0"/>
                  <a:pt x="165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5"/>
                  <a:pt x="156" y="16"/>
                  <a:pt x="155" y="17"/>
                </a:cubicBezTo>
                <a:cubicBezTo>
                  <a:pt x="154" y="18"/>
                  <a:pt x="153" y="19"/>
                  <a:pt x="152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3" y="19"/>
                  <a:pt x="11" y="18"/>
                  <a:pt x="11" y="17"/>
                </a:cubicBezTo>
                <a:cubicBezTo>
                  <a:pt x="10" y="16"/>
                  <a:pt x="9" y="15"/>
                  <a:pt x="9" y="14"/>
                </a:cubicBezTo>
                <a:cubicBezTo>
                  <a:pt x="9" y="0"/>
                  <a:pt x="9" y="0"/>
                  <a:pt x="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pPr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pic>
        <p:nvPicPr>
          <p:cNvPr id="9" name="图片 10" descr="中车标识组合中英1.jpg">
            <a:extLst>
              <a:ext uri="{FF2B5EF4-FFF2-40B4-BE49-F238E27FC236}">
                <a16:creationId xmlns:a16="http://schemas.microsoft.com/office/drawing/2014/main" id="{DFE4970F-D8C4-4511-B116-E8C22B2956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1041400" y="393700"/>
            <a:ext cx="2078038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317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1215591" y="1800305"/>
            <a:ext cx="6969781" cy="594895"/>
          </a:xfrm>
        </p:spPr>
        <p:txBody>
          <a:bodyPr lIns="0" tIns="45720" rIns="91440" bIns="45720">
            <a:spAutoFit/>
          </a:bodyPr>
          <a:lstStyle>
            <a:lvl1pPr algn="l"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0317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15591" y="2470298"/>
            <a:ext cx="6969781" cy="379417"/>
          </a:xfrm>
        </p:spPr>
        <p:txBody>
          <a:bodyPr lIns="0" tIns="45720" rIns="91440" bIns="45720" anchor="ctr">
            <a:spAutoFit/>
          </a:bodyPr>
          <a:lstStyle>
            <a:lvl1pPr marL="0" indent="0" algn="l">
              <a:buSzPct val="60000"/>
              <a:buFont typeface="Wingdings" panose="05000000000000000000" pitchFamily="2" charset="2"/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1215569" y="3204185"/>
            <a:ext cx="6969520" cy="323850"/>
          </a:xfrm>
        </p:spPr>
        <p:txBody>
          <a:bodyPr lIns="0"/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92763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0" presetClass="exit" presetSubtype="0" accel="10000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36636488-7E50-44C5-AF0E-06DB99048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-280988"/>
            <a:ext cx="3433762" cy="18589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79949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0" presetClass="exit" presetSubtype="0" accel="10000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70019"/>
              </a:buClr>
              <a:defRPr/>
            </a:lvl1pPr>
            <a:lvl2pPr>
              <a:buClr>
                <a:srgbClr val="C70019"/>
              </a:buClr>
              <a:defRPr/>
            </a:lvl2pPr>
            <a:lvl3pPr>
              <a:buClr>
                <a:srgbClr val="C70019"/>
              </a:buClr>
              <a:defRPr/>
            </a:lvl3pPr>
            <a:lvl4pPr>
              <a:buClr>
                <a:srgbClr val="C70019"/>
              </a:buClr>
              <a:defRPr/>
            </a:lvl4pPr>
            <a:lvl5pPr>
              <a:buClr>
                <a:srgbClr val="C70019"/>
              </a:buClr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E978CF0-4D48-4E48-8DB0-3D18F784C5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 </a:t>
            </a:r>
            <a:fld id="{604ECD27-D2CE-4817-9212-B2480E969536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169446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2C47B7BA-9DC5-487B-A229-822DF95F38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 </a:t>
            </a:r>
            <a:fld id="{2D5C5D10-8D55-4DA1-A037-CD077713055A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492213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58A19636-DFE8-4AF2-8B3A-7B1C8D9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 </a:t>
            </a:r>
            <a:fld id="{F35659F9-4412-4350-B494-F69D019D1250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486026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4" hidden="1">
            <a:extLst>
              <a:ext uri="{FF2B5EF4-FFF2-40B4-BE49-F238E27FC236}">
                <a16:creationId xmlns:a16="http://schemas.microsoft.com/office/drawing/2014/main" id="{E0D0AEE4-5EF5-4B9B-9E60-C2C2801FC419}"/>
              </a:ext>
            </a:extLst>
          </p:cNvPr>
          <p:cNvSpPr/>
          <p:nvPr/>
        </p:nvSpPr>
        <p:spPr bwMode="auto">
          <a:xfrm>
            <a:off x="0" y="2016125"/>
            <a:ext cx="8675688" cy="2392363"/>
          </a:xfrm>
          <a:prstGeom prst="round1Rect">
            <a:avLst>
              <a:gd name="adj" fmla="val 34566"/>
            </a:avLst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29DDB8C-9E05-4B5A-A430-907DA97F85B3}"/>
              </a:ext>
            </a:extLst>
          </p:cNvPr>
          <p:cNvSpPr>
            <a:spLocks/>
          </p:cNvSpPr>
          <p:nvPr/>
        </p:nvSpPr>
        <p:spPr bwMode="auto">
          <a:xfrm>
            <a:off x="384789" y="1409700"/>
            <a:ext cx="8374424" cy="2560638"/>
          </a:xfrm>
          <a:custGeom>
            <a:avLst/>
            <a:gdLst>
              <a:gd name="T0" fmla="*/ 987 w 1064"/>
              <a:gd name="T1" fmla="*/ 325 h 325"/>
              <a:gd name="T2" fmla="*/ 0 w 1064"/>
              <a:gd name="T3" fmla="*/ 325 h 325"/>
              <a:gd name="T4" fmla="*/ 0 w 1064"/>
              <a:gd name="T5" fmla="*/ 0 h 325"/>
              <a:gd name="T6" fmla="*/ 1064 w 1064"/>
              <a:gd name="T7" fmla="*/ 0 h 325"/>
              <a:gd name="T8" fmla="*/ 1064 w 1064"/>
              <a:gd name="T9" fmla="*/ 245 h 325"/>
              <a:gd name="T10" fmla="*/ 987 w 1064"/>
              <a:gd name="T11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4" h="325">
                <a:moveTo>
                  <a:pt x="987" y="325"/>
                </a:moveTo>
                <a:cubicBezTo>
                  <a:pt x="913" y="325"/>
                  <a:pt x="0" y="325"/>
                  <a:pt x="0" y="325"/>
                </a:cubicBezTo>
                <a:cubicBezTo>
                  <a:pt x="0" y="0"/>
                  <a:pt x="0" y="0"/>
                  <a:pt x="0" y="0"/>
                </a:cubicBezTo>
                <a:cubicBezTo>
                  <a:pt x="1064" y="0"/>
                  <a:pt x="1064" y="0"/>
                  <a:pt x="1064" y="0"/>
                </a:cubicBezTo>
                <a:cubicBezTo>
                  <a:pt x="1064" y="0"/>
                  <a:pt x="1064" y="227"/>
                  <a:pt x="1064" y="245"/>
                </a:cubicBezTo>
                <a:cubicBezTo>
                  <a:pt x="1064" y="270"/>
                  <a:pt x="1061" y="325"/>
                  <a:pt x="987" y="325"/>
                </a:cubicBezTo>
                <a:close/>
              </a:path>
            </a:pathLst>
          </a:custGeom>
          <a:blipFill dpi="0" rotWithShape="0">
            <a:blip r:embed="rId3" cstate="print"/>
            <a:srcRect/>
            <a:stretch>
              <a:fillRect t="-166124" b="-6888"/>
            </a:stretch>
          </a:blip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pic>
        <p:nvPicPr>
          <p:cNvPr id="7" name="Picture 25" descr="地图-mohu">
            <a:extLst>
              <a:ext uri="{FF2B5EF4-FFF2-40B4-BE49-F238E27FC236}">
                <a16:creationId xmlns:a16="http://schemas.microsoft.com/office/drawing/2014/main" id="{18A84F8F-D8CF-44DE-BE6F-A28D38680A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1022350"/>
            <a:ext cx="91440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4" descr="地图">
            <a:extLst>
              <a:ext uri="{FF2B5EF4-FFF2-40B4-BE49-F238E27FC236}">
                <a16:creationId xmlns:a16="http://schemas.microsoft.com/office/drawing/2014/main" id="{C3207369-7764-49B6-A398-534ECAF248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1333500"/>
            <a:ext cx="7424737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reeform 30">
            <a:extLst>
              <a:ext uri="{FF2B5EF4-FFF2-40B4-BE49-F238E27FC236}">
                <a16:creationId xmlns:a16="http://schemas.microsoft.com/office/drawing/2014/main" id="{A8C4414C-374E-4A12-9C36-EF4587D33358}"/>
              </a:ext>
            </a:extLst>
          </p:cNvPr>
          <p:cNvSpPr>
            <a:spLocks/>
          </p:cNvSpPr>
          <p:nvPr/>
        </p:nvSpPr>
        <p:spPr bwMode="gray">
          <a:xfrm rot="222522">
            <a:off x="5457825" y="2001838"/>
            <a:ext cx="1444625" cy="361950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DECF848D-5D4D-4962-8452-483357633D62}"/>
              </a:ext>
            </a:extLst>
          </p:cNvPr>
          <p:cNvSpPr>
            <a:spLocks/>
          </p:cNvSpPr>
          <p:nvPr/>
        </p:nvSpPr>
        <p:spPr bwMode="gray">
          <a:xfrm rot="5986179" flipV="1">
            <a:off x="5061744" y="2470944"/>
            <a:ext cx="728663" cy="193675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1" name="Freeform 32">
            <a:extLst>
              <a:ext uri="{FF2B5EF4-FFF2-40B4-BE49-F238E27FC236}">
                <a16:creationId xmlns:a16="http://schemas.microsoft.com/office/drawing/2014/main" id="{73D66531-AC82-4B34-BCDE-AC0B2C05EE45}"/>
              </a:ext>
            </a:extLst>
          </p:cNvPr>
          <p:cNvSpPr>
            <a:spLocks/>
          </p:cNvSpPr>
          <p:nvPr/>
        </p:nvSpPr>
        <p:spPr bwMode="gray">
          <a:xfrm rot="10542929" flipV="1">
            <a:off x="4445000" y="2025650"/>
            <a:ext cx="1163638" cy="292100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2" name="Freeform 33">
            <a:extLst>
              <a:ext uri="{FF2B5EF4-FFF2-40B4-BE49-F238E27FC236}">
                <a16:creationId xmlns:a16="http://schemas.microsoft.com/office/drawing/2014/main" id="{7C83220A-05EB-4BE3-8230-99395BED030F}"/>
              </a:ext>
            </a:extLst>
          </p:cNvPr>
          <p:cNvSpPr>
            <a:spLocks/>
          </p:cNvSpPr>
          <p:nvPr/>
        </p:nvSpPr>
        <p:spPr bwMode="gray">
          <a:xfrm rot="12120998" flipV="1">
            <a:off x="4951413" y="2032000"/>
            <a:ext cx="730250" cy="209550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13" name="Freeform 34">
            <a:extLst>
              <a:ext uri="{FF2B5EF4-FFF2-40B4-BE49-F238E27FC236}">
                <a16:creationId xmlns:a16="http://schemas.microsoft.com/office/drawing/2014/main" id="{BF95D135-6BF3-4210-8EC0-7486B3223626}"/>
              </a:ext>
            </a:extLst>
          </p:cNvPr>
          <p:cNvSpPr>
            <a:spLocks/>
          </p:cNvSpPr>
          <p:nvPr/>
        </p:nvSpPr>
        <p:spPr bwMode="gray">
          <a:xfrm rot="20181006">
            <a:off x="5399088" y="2047875"/>
            <a:ext cx="766762" cy="195263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A56D929-504A-4393-8889-554B19D81BAD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2351088"/>
            <a:ext cx="2544762" cy="515937"/>
            <a:chOff x="1318176" y="2634840"/>
            <a:chExt cx="2544437" cy="517052"/>
          </a:xfrm>
        </p:grpSpPr>
        <p:sp>
          <p:nvSpPr>
            <p:cNvPr id="15" name="任意多边形 14">
              <a:extLst>
                <a:ext uri="{FF2B5EF4-FFF2-40B4-BE49-F238E27FC236}">
                  <a16:creationId xmlns:a16="http://schemas.microsoft.com/office/drawing/2014/main" id="{FCCFCF2C-B80D-45A2-A22D-61FF33F2599F}"/>
                </a:ext>
              </a:extLst>
            </p:cNvPr>
            <p:cNvSpPr/>
            <p:nvPr/>
          </p:nvSpPr>
          <p:spPr>
            <a:xfrm>
              <a:off x="1318176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任意多边形 15">
              <a:extLst>
                <a:ext uri="{FF2B5EF4-FFF2-40B4-BE49-F238E27FC236}">
                  <a16:creationId xmlns:a16="http://schemas.microsoft.com/office/drawing/2014/main" id="{17619041-3B9C-4F3C-AABD-BEE3143A8F8E}"/>
                </a:ext>
              </a:extLst>
            </p:cNvPr>
            <p:cNvSpPr/>
            <p:nvPr/>
          </p:nvSpPr>
          <p:spPr>
            <a:xfrm flipH="1">
              <a:off x="3776899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17" name="Freeform 31">
            <a:extLst>
              <a:ext uri="{FF2B5EF4-FFF2-40B4-BE49-F238E27FC236}">
                <a16:creationId xmlns:a16="http://schemas.microsoft.com/office/drawing/2014/main" id="{984C3BFC-AEAE-486C-84E9-533FF5843092}"/>
              </a:ext>
            </a:extLst>
          </p:cNvPr>
          <p:cNvSpPr>
            <a:spLocks/>
          </p:cNvSpPr>
          <p:nvPr/>
        </p:nvSpPr>
        <p:spPr bwMode="gray">
          <a:xfrm rot="9345043" flipV="1">
            <a:off x="4838700" y="2192338"/>
            <a:ext cx="730250" cy="192087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pic>
        <p:nvPicPr>
          <p:cNvPr id="18" name="图片 20" descr="中车.jpg">
            <a:extLst>
              <a:ext uri="{FF2B5EF4-FFF2-40B4-BE49-F238E27FC236}">
                <a16:creationId xmlns:a16="http://schemas.microsoft.com/office/drawing/2014/main" id="{D70B51B8-649F-4805-91E0-4457D1775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909888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21" descr="中车.jpg">
            <a:extLst>
              <a:ext uri="{FF2B5EF4-FFF2-40B4-BE49-F238E27FC236}">
                <a16:creationId xmlns:a16="http://schemas.microsoft.com/office/drawing/2014/main" id="{622FF407-D793-4C38-A5BB-E54C281066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975" y="3265488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22" descr="中车.jpg">
            <a:extLst>
              <a:ext uri="{FF2B5EF4-FFF2-40B4-BE49-F238E27FC236}">
                <a16:creationId xmlns:a16="http://schemas.microsoft.com/office/drawing/2014/main" id="{858845C4-1D14-4E63-994E-6F6DD9DC4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2071688"/>
            <a:ext cx="3270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3" descr="中车.jpg">
            <a:extLst>
              <a:ext uri="{FF2B5EF4-FFF2-40B4-BE49-F238E27FC236}">
                <a16:creationId xmlns:a16="http://schemas.microsoft.com/office/drawing/2014/main" id="{EDDA9D3D-7126-4D51-BF2E-AF944992F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105025"/>
            <a:ext cx="3254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4" descr="中车.jpg">
            <a:extLst>
              <a:ext uri="{FF2B5EF4-FFF2-40B4-BE49-F238E27FC236}">
                <a16:creationId xmlns:a16="http://schemas.microsoft.com/office/drawing/2014/main" id="{8937A7A7-6659-4051-83B2-654ECD3CA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725" y="2125663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图片 25" descr="中车.jpg">
            <a:extLst>
              <a:ext uri="{FF2B5EF4-FFF2-40B4-BE49-F238E27FC236}">
                <a16:creationId xmlns:a16="http://schemas.microsoft.com/office/drawing/2014/main" id="{EA12D810-2263-4417-836A-4B9948EB0F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3082925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854383" y="4732389"/>
            <a:ext cx="2471974" cy="250825"/>
          </a:xfrm>
        </p:spPr>
        <p:txBody>
          <a:bodyPr/>
          <a:lstStyle>
            <a:lvl1pPr marL="0" indent="0" algn="r">
              <a:buNone/>
              <a:defRPr sz="1050">
                <a:solidFill>
                  <a:schemeClr val="accent2"/>
                </a:solidFill>
              </a:defRPr>
            </a:lvl1pPr>
            <a:lvl2pPr marL="457189" indent="0">
              <a:buNone/>
              <a:defRPr sz="800"/>
            </a:lvl2pPr>
            <a:lvl3pPr marL="914381" indent="0">
              <a:buNone/>
              <a:defRPr sz="701"/>
            </a:lvl3pPr>
            <a:lvl4pPr marL="1371570" indent="0">
              <a:buNone/>
              <a:defRPr sz="600"/>
            </a:lvl4pPr>
            <a:lvl5pPr marL="1828759" indent="0">
              <a:buNone/>
              <a:defRPr sz="701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60017" y="2085933"/>
            <a:ext cx="2998787" cy="1046163"/>
          </a:xfrm>
        </p:spPr>
        <p:txBody>
          <a:bodyPr wrap="none" lIns="0" fromWordArt="1" anchor="ctr"/>
          <a:lstStyle>
            <a:lvl1pPr marL="0" indent="0">
              <a:buNone/>
              <a:defRPr lang="zh-CN" altLang="en-US" sz="3599" b="1" kern="1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38848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0" presetClass="exit" presetSubtype="0" accel="10000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4" hidden="1">
            <a:extLst>
              <a:ext uri="{FF2B5EF4-FFF2-40B4-BE49-F238E27FC236}">
                <a16:creationId xmlns:a16="http://schemas.microsoft.com/office/drawing/2014/main" id="{07082671-5B60-4473-8498-7404CD24D26D}"/>
              </a:ext>
            </a:extLst>
          </p:cNvPr>
          <p:cNvSpPr/>
          <p:nvPr/>
        </p:nvSpPr>
        <p:spPr bwMode="auto">
          <a:xfrm>
            <a:off x="0" y="2016125"/>
            <a:ext cx="8675688" cy="2392363"/>
          </a:xfrm>
          <a:prstGeom prst="round1Rect">
            <a:avLst>
              <a:gd name="adj" fmla="val 34566"/>
            </a:avLst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2BD320D-6B90-44F8-91F4-6035522BBC00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2351088"/>
            <a:ext cx="2544762" cy="515937"/>
            <a:chOff x="1318176" y="2634840"/>
            <a:chExt cx="2544437" cy="517052"/>
          </a:xfrm>
        </p:grpSpPr>
        <p:sp>
          <p:nvSpPr>
            <p:cNvPr id="7" name="任意多边形 6">
              <a:extLst>
                <a:ext uri="{FF2B5EF4-FFF2-40B4-BE49-F238E27FC236}">
                  <a16:creationId xmlns:a16="http://schemas.microsoft.com/office/drawing/2014/main" id="{6BCBB8BA-1A9D-4F1A-8DDB-683A6C652D2D}"/>
                </a:ext>
              </a:extLst>
            </p:cNvPr>
            <p:cNvSpPr/>
            <p:nvPr/>
          </p:nvSpPr>
          <p:spPr>
            <a:xfrm>
              <a:off x="1318176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" name="任意多边形 7">
              <a:extLst>
                <a:ext uri="{FF2B5EF4-FFF2-40B4-BE49-F238E27FC236}">
                  <a16:creationId xmlns:a16="http://schemas.microsoft.com/office/drawing/2014/main" id="{F074CCEF-581E-41B7-860C-AEF0C304CF7B}"/>
                </a:ext>
              </a:extLst>
            </p:cNvPr>
            <p:cNvSpPr/>
            <p:nvPr/>
          </p:nvSpPr>
          <p:spPr>
            <a:xfrm flipH="1">
              <a:off x="3776899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854383" y="4732389"/>
            <a:ext cx="2471974" cy="250825"/>
          </a:xfrm>
        </p:spPr>
        <p:txBody>
          <a:bodyPr/>
          <a:lstStyle>
            <a:lvl1pPr marL="0" indent="0" algn="r">
              <a:buNone/>
              <a:defRPr sz="1050">
                <a:solidFill>
                  <a:schemeClr val="accent2"/>
                </a:solidFill>
              </a:defRPr>
            </a:lvl1pPr>
            <a:lvl2pPr marL="457189" indent="0">
              <a:buNone/>
              <a:defRPr sz="800"/>
            </a:lvl2pPr>
            <a:lvl3pPr marL="914381" indent="0">
              <a:buNone/>
              <a:defRPr sz="701"/>
            </a:lvl3pPr>
            <a:lvl4pPr marL="1371570" indent="0">
              <a:buNone/>
              <a:defRPr sz="600"/>
            </a:lvl4pPr>
            <a:lvl5pPr marL="1828759" indent="0">
              <a:buNone/>
              <a:defRPr sz="701"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60017" y="2085933"/>
            <a:ext cx="2998787" cy="1046163"/>
          </a:xfrm>
        </p:spPr>
        <p:txBody>
          <a:bodyPr wrap="none" lIns="0" fromWordArt="1" anchor="ctr"/>
          <a:lstStyle>
            <a:lvl1pPr marL="0" indent="0">
              <a:buNone/>
              <a:defRPr lang="zh-CN" altLang="en-US" sz="3599" b="1" kern="1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274178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1DD975E-D043-4D50-9542-19EFECD0F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275" y="9525"/>
            <a:ext cx="3433763" cy="18589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7" name="单圆角矩形 7">
            <a:extLst>
              <a:ext uri="{FF2B5EF4-FFF2-40B4-BE49-F238E27FC236}">
                <a16:creationId xmlns:a16="http://schemas.microsoft.com/office/drawing/2014/main" id="{CF3288E2-F514-419F-A48F-23060392C027}"/>
              </a:ext>
            </a:extLst>
          </p:cNvPr>
          <p:cNvSpPr/>
          <p:nvPr/>
        </p:nvSpPr>
        <p:spPr bwMode="auto">
          <a:xfrm>
            <a:off x="0" y="1857375"/>
            <a:ext cx="8675688" cy="2549525"/>
          </a:xfrm>
          <a:prstGeom prst="round1Rect">
            <a:avLst>
              <a:gd name="adj" fmla="val 34566"/>
            </a:avLst>
          </a:prstGeom>
          <a:solidFill>
            <a:srgbClr val="C70019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8" name="单圆角矩形 8">
            <a:extLst>
              <a:ext uri="{FF2B5EF4-FFF2-40B4-BE49-F238E27FC236}">
                <a16:creationId xmlns:a16="http://schemas.microsoft.com/office/drawing/2014/main" id="{702082F5-F0AA-413C-9EA8-E6BB068377DD}"/>
              </a:ext>
            </a:extLst>
          </p:cNvPr>
          <p:cNvSpPr/>
          <p:nvPr/>
        </p:nvSpPr>
        <p:spPr bwMode="auto">
          <a:xfrm>
            <a:off x="0" y="1990725"/>
            <a:ext cx="8675688" cy="2549525"/>
          </a:xfrm>
          <a:prstGeom prst="round1Rect">
            <a:avLst>
              <a:gd name="adj" fmla="val 30484"/>
            </a:avLst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85A424-2FD3-4F92-86AC-48505FEA0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4843463"/>
            <a:ext cx="1330325" cy="3079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>
              <a:defRPr/>
            </a:pPr>
            <a:r>
              <a:rPr lang="zh-CN" altLang="en-US" sz="1400">
                <a:solidFill>
                  <a:srgbClr val="7F7F7F"/>
                </a:solidFill>
              </a:rPr>
              <a:t>www.crrcgc.cc</a:t>
            </a:r>
          </a:p>
        </p:txBody>
      </p:sp>
      <p:pic>
        <p:nvPicPr>
          <p:cNvPr id="10" name="图片 10" descr="中车标识组合中英1.jpg">
            <a:extLst>
              <a:ext uri="{FF2B5EF4-FFF2-40B4-BE49-F238E27FC236}">
                <a16:creationId xmlns:a16="http://schemas.microsoft.com/office/drawing/2014/main" id="{0ABF77BB-9CEA-4D82-B1CE-756107DD49B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6122988" y="663575"/>
            <a:ext cx="2078037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图片占位符 15"/>
          <p:cNvSpPr>
            <a:spLocks noGrp="1"/>
          </p:cNvSpPr>
          <p:nvPr>
            <p:ph type="pic" sz="quarter" idx="11"/>
          </p:nvPr>
        </p:nvSpPr>
        <p:spPr>
          <a:xfrm>
            <a:off x="1" y="2016127"/>
            <a:ext cx="8675688" cy="2392363"/>
          </a:xfrm>
          <a:prstGeom prst="round1Rect">
            <a:avLst>
              <a:gd name="adj" fmla="val 34079"/>
            </a:avLst>
          </a:prstGeom>
          <a:pattFill prst="pct2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endParaRPr lang="zh-CN" altLang="en-US" noProof="0"/>
          </a:p>
        </p:txBody>
      </p:sp>
      <p:sp>
        <p:nvSpPr>
          <p:cNvPr id="30317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700091" y="2369609"/>
            <a:ext cx="7485280" cy="594895"/>
          </a:xfrm>
        </p:spPr>
        <p:txBody>
          <a:bodyPr lIns="91440" tIns="45720" rIns="91440" bIns="45720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0317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700091" y="3039602"/>
            <a:ext cx="7485280" cy="379417"/>
          </a:xfrm>
        </p:spPr>
        <p:txBody>
          <a:bodyPr lIns="91440" tIns="45720" rIns="91440" bIns="45720" anchor="ctr">
            <a:spAutoFit/>
          </a:bodyPr>
          <a:lstStyle>
            <a:lvl1pPr marL="0" indent="0" algn="l">
              <a:buSzPct val="60000"/>
              <a:buFont typeface="Wingdings" panose="05000000000000000000" pitchFamily="2" charset="2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700089" y="3773488"/>
            <a:ext cx="7485000" cy="323850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767339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0" presetClass="exit" presetSubtype="0" accel="10000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build="p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8F39CF6-3EA2-40F1-8DC9-0B4F2C961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-280988"/>
            <a:ext cx="3433762" cy="18589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EFE29D9-D9C4-4588-B1ED-59E6594B3790}"/>
              </a:ext>
            </a:extLst>
          </p:cNvPr>
          <p:cNvSpPr>
            <a:spLocks/>
          </p:cNvSpPr>
          <p:nvPr/>
        </p:nvSpPr>
        <p:spPr bwMode="auto">
          <a:xfrm>
            <a:off x="384175" y="1409700"/>
            <a:ext cx="8375650" cy="2560638"/>
          </a:xfrm>
          <a:custGeom>
            <a:avLst/>
            <a:gdLst>
              <a:gd name="T0" fmla="*/ 987 w 1064"/>
              <a:gd name="T1" fmla="*/ 325 h 325"/>
              <a:gd name="T2" fmla="*/ 0 w 1064"/>
              <a:gd name="T3" fmla="*/ 325 h 325"/>
              <a:gd name="T4" fmla="*/ 0 w 1064"/>
              <a:gd name="T5" fmla="*/ 0 h 325"/>
              <a:gd name="T6" fmla="*/ 1064 w 1064"/>
              <a:gd name="T7" fmla="*/ 0 h 325"/>
              <a:gd name="T8" fmla="*/ 1064 w 1064"/>
              <a:gd name="T9" fmla="*/ 245 h 325"/>
              <a:gd name="T10" fmla="*/ 987 w 1064"/>
              <a:gd name="T11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4" h="325">
                <a:moveTo>
                  <a:pt x="987" y="325"/>
                </a:moveTo>
                <a:cubicBezTo>
                  <a:pt x="913" y="325"/>
                  <a:pt x="0" y="325"/>
                  <a:pt x="0" y="325"/>
                </a:cubicBezTo>
                <a:cubicBezTo>
                  <a:pt x="0" y="0"/>
                  <a:pt x="0" y="0"/>
                  <a:pt x="0" y="0"/>
                </a:cubicBezTo>
                <a:cubicBezTo>
                  <a:pt x="1064" y="0"/>
                  <a:pt x="1064" y="0"/>
                  <a:pt x="1064" y="0"/>
                </a:cubicBezTo>
                <a:cubicBezTo>
                  <a:pt x="1064" y="0"/>
                  <a:pt x="1064" y="227"/>
                  <a:pt x="1064" y="245"/>
                </a:cubicBezTo>
                <a:cubicBezTo>
                  <a:pt x="1064" y="270"/>
                  <a:pt x="1061" y="325"/>
                  <a:pt x="987" y="325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3000"/>
                </a:schemeClr>
              </a:gs>
              <a:gs pos="100000">
                <a:schemeClr val="tx2">
                  <a:lumMod val="46000"/>
                  <a:lumOff val="54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D11FCA-8D05-45D9-8A97-44781F0E9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3013" y="4989513"/>
            <a:ext cx="98266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23" eaLnBrk="1" hangingPunct="1">
              <a:defRPr/>
            </a:pPr>
            <a:r>
              <a:rPr lang="zh-CN" altLang="zh-CN" sz="1200" dirty="0">
                <a:solidFill>
                  <a:srgbClr val="C70019"/>
                </a:solidFill>
                <a:latin typeface="+mn-lt"/>
              </a:rPr>
              <a:t>www.crrcgc.cc</a:t>
            </a:r>
            <a:endParaRPr lang="zh-CN" altLang="zh-CN" sz="2800" dirty="0"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05986901-2B89-4FEC-AE1C-E7E6F13E9DA8}"/>
              </a:ext>
            </a:extLst>
          </p:cNvPr>
          <p:cNvSpPr>
            <a:spLocks/>
          </p:cNvSpPr>
          <p:nvPr/>
        </p:nvSpPr>
        <p:spPr bwMode="auto">
          <a:xfrm>
            <a:off x="7399338" y="5075238"/>
            <a:ext cx="1360487" cy="258762"/>
          </a:xfrm>
          <a:custGeom>
            <a:avLst/>
            <a:gdLst>
              <a:gd name="T0" fmla="*/ 0 w 165"/>
              <a:gd name="T1" fmla="*/ 0 h 29"/>
              <a:gd name="T2" fmla="*/ 0 w 165"/>
              <a:gd name="T3" fmla="*/ 18 h 29"/>
              <a:gd name="T4" fmla="*/ 3 w 165"/>
              <a:gd name="T5" fmla="*/ 26 h 29"/>
              <a:gd name="T6" fmla="*/ 3 w 165"/>
              <a:gd name="T7" fmla="*/ 27 h 29"/>
              <a:gd name="T8" fmla="*/ 12 w 165"/>
              <a:gd name="T9" fmla="*/ 29 h 29"/>
              <a:gd name="T10" fmla="*/ 154 w 165"/>
              <a:gd name="T11" fmla="*/ 29 h 29"/>
              <a:gd name="T12" fmla="*/ 162 w 165"/>
              <a:gd name="T13" fmla="*/ 27 h 29"/>
              <a:gd name="T14" fmla="*/ 165 w 165"/>
              <a:gd name="T15" fmla="*/ 18 h 29"/>
              <a:gd name="T16" fmla="*/ 165 w 165"/>
              <a:gd name="T17" fmla="*/ 0 h 29"/>
              <a:gd name="T18" fmla="*/ 156 w 165"/>
              <a:gd name="T19" fmla="*/ 0 h 29"/>
              <a:gd name="T20" fmla="*/ 156 w 165"/>
              <a:gd name="T21" fmla="*/ 14 h 29"/>
              <a:gd name="T22" fmla="*/ 155 w 165"/>
              <a:gd name="T23" fmla="*/ 17 h 29"/>
              <a:gd name="T24" fmla="*/ 152 w 165"/>
              <a:gd name="T25" fmla="*/ 19 h 29"/>
              <a:gd name="T26" fmla="*/ 14 w 165"/>
              <a:gd name="T27" fmla="*/ 19 h 29"/>
              <a:gd name="T28" fmla="*/ 11 w 165"/>
              <a:gd name="T29" fmla="*/ 17 h 29"/>
              <a:gd name="T30" fmla="*/ 9 w 165"/>
              <a:gd name="T31" fmla="*/ 14 h 29"/>
              <a:gd name="T32" fmla="*/ 9 w 165"/>
              <a:gd name="T33" fmla="*/ 0 h 29"/>
              <a:gd name="T34" fmla="*/ 0 w 165"/>
              <a:gd name="T35" fmla="*/ 0 h 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5" h="29">
                <a:moveTo>
                  <a:pt x="0" y="0"/>
                </a:moveTo>
                <a:cubicBezTo>
                  <a:pt x="0" y="18"/>
                  <a:pt x="0" y="18"/>
                  <a:pt x="0" y="18"/>
                </a:cubicBezTo>
                <a:cubicBezTo>
                  <a:pt x="0" y="21"/>
                  <a:pt x="1" y="24"/>
                  <a:pt x="3" y="26"/>
                </a:cubicBezTo>
                <a:cubicBezTo>
                  <a:pt x="3" y="27"/>
                  <a:pt x="3" y="27"/>
                  <a:pt x="3" y="27"/>
                </a:cubicBezTo>
                <a:cubicBezTo>
                  <a:pt x="6" y="29"/>
                  <a:pt x="9" y="29"/>
                  <a:pt x="12" y="29"/>
                </a:cubicBezTo>
                <a:cubicBezTo>
                  <a:pt x="154" y="29"/>
                  <a:pt x="154" y="29"/>
                  <a:pt x="154" y="29"/>
                </a:cubicBezTo>
                <a:cubicBezTo>
                  <a:pt x="157" y="29"/>
                  <a:pt x="160" y="29"/>
                  <a:pt x="162" y="27"/>
                </a:cubicBezTo>
                <a:cubicBezTo>
                  <a:pt x="164" y="24"/>
                  <a:pt x="165" y="21"/>
                  <a:pt x="165" y="18"/>
                </a:cubicBezTo>
                <a:cubicBezTo>
                  <a:pt x="165" y="0"/>
                  <a:pt x="165" y="0"/>
                  <a:pt x="165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5"/>
                  <a:pt x="156" y="16"/>
                  <a:pt x="155" y="17"/>
                </a:cubicBezTo>
                <a:cubicBezTo>
                  <a:pt x="154" y="18"/>
                  <a:pt x="153" y="19"/>
                  <a:pt x="152" y="19"/>
                </a:cubicBezTo>
                <a:cubicBezTo>
                  <a:pt x="14" y="19"/>
                  <a:pt x="14" y="19"/>
                  <a:pt x="14" y="19"/>
                </a:cubicBezTo>
                <a:cubicBezTo>
                  <a:pt x="13" y="19"/>
                  <a:pt x="11" y="18"/>
                  <a:pt x="11" y="17"/>
                </a:cubicBezTo>
                <a:cubicBezTo>
                  <a:pt x="10" y="16"/>
                  <a:pt x="9" y="15"/>
                  <a:pt x="9" y="14"/>
                </a:cubicBezTo>
                <a:cubicBezTo>
                  <a:pt x="9" y="0"/>
                  <a:pt x="9" y="0"/>
                  <a:pt x="9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pic>
        <p:nvPicPr>
          <p:cNvPr id="9" name="图片 10" descr="中车标识组合中英1.jpg">
            <a:extLst>
              <a:ext uri="{FF2B5EF4-FFF2-40B4-BE49-F238E27FC236}">
                <a16:creationId xmlns:a16="http://schemas.microsoft.com/office/drawing/2014/main" id="{8B8EB7C7-D1E4-4235-803B-B0275527389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1041400" y="393700"/>
            <a:ext cx="2078038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317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1215591" y="1800305"/>
            <a:ext cx="6969781" cy="594895"/>
          </a:xfrm>
        </p:spPr>
        <p:txBody>
          <a:bodyPr lIns="0" tIns="45720" rIns="91440" bIns="45720">
            <a:spAutoFit/>
          </a:bodyPr>
          <a:lstStyle>
            <a:lvl1pPr algn="l">
              <a:defRPr sz="3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0317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15591" y="2470298"/>
            <a:ext cx="6969781" cy="379417"/>
          </a:xfrm>
        </p:spPr>
        <p:txBody>
          <a:bodyPr lIns="0" tIns="45720" rIns="91440" bIns="45720" anchor="ctr">
            <a:spAutoFit/>
          </a:bodyPr>
          <a:lstStyle>
            <a:lvl1pPr marL="0" indent="0" algn="l">
              <a:buSzPct val="60000"/>
              <a:buFont typeface="Wingdings" panose="05000000000000000000" pitchFamily="2" charset="2"/>
              <a:buNone/>
              <a:defRPr sz="18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1215569" y="3204185"/>
            <a:ext cx="6969520" cy="323850"/>
          </a:xfrm>
        </p:spPr>
        <p:txBody>
          <a:bodyPr lIns="0"/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974431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0" presetClass="exit" presetSubtype="0" accel="10000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C1CF5173-0162-4088-865E-0A91D9F17A81}"/>
              </a:ext>
            </a:extLst>
          </p:cNvPr>
          <p:cNvSpPr>
            <a:spLocks/>
          </p:cNvSpPr>
          <p:nvPr/>
        </p:nvSpPr>
        <p:spPr bwMode="auto">
          <a:xfrm>
            <a:off x="384789" y="1409700"/>
            <a:ext cx="8374424" cy="2560638"/>
          </a:xfrm>
          <a:custGeom>
            <a:avLst/>
            <a:gdLst>
              <a:gd name="T0" fmla="*/ 987 w 1064"/>
              <a:gd name="T1" fmla="*/ 325 h 325"/>
              <a:gd name="T2" fmla="*/ 0 w 1064"/>
              <a:gd name="T3" fmla="*/ 325 h 325"/>
              <a:gd name="T4" fmla="*/ 0 w 1064"/>
              <a:gd name="T5" fmla="*/ 0 h 325"/>
              <a:gd name="T6" fmla="*/ 1064 w 1064"/>
              <a:gd name="T7" fmla="*/ 0 h 325"/>
              <a:gd name="T8" fmla="*/ 1064 w 1064"/>
              <a:gd name="T9" fmla="*/ 245 h 325"/>
              <a:gd name="T10" fmla="*/ 987 w 1064"/>
              <a:gd name="T11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4" h="325">
                <a:moveTo>
                  <a:pt x="987" y="325"/>
                </a:moveTo>
                <a:cubicBezTo>
                  <a:pt x="913" y="325"/>
                  <a:pt x="0" y="325"/>
                  <a:pt x="0" y="325"/>
                </a:cubicBezTo>
                <a:cubicBezTo>
                  <a:pt x="0" y="0"/>
                  <a:pt x="0" y="0"/>
                  <a:pt x="0" y="0"/>
                </a:cubicBezTo>
                <a:cubicBezTo>
                  <a:pt x="1064" y="0"/>
                  <a:pt x="1064" y="0"/>
                  <a:pt x="1064" y="0"/>
                </a:cubicBezTo>
                <a:cubicBezTo>
                  <a:pt x="1064" y="0"/>
                  <a:pt x="1064" y="227"/>
                  <a:pt x="1064" y="245"/>
                </a:cubicBezTo>
                <a:cubicBezTo>
                  <a:pt x="1064" y="270"/>
                  <a:pt x="1061" y="325"/>
                  <a:pt x="987" y="325"/>
                </a:cubicBezTo>
                <a:close/>
              </a:path>
            </a:pathLst>
          </a:custGeom>
          <a:noFill/>
          <a:ln w="3175">
            <a:gradFill>
              <a:gsLst>
                <a:gs pos="0">
                  <a:schemeClr val="bg2">
                    <a:lumMod val="83000"/>
                    <a:lumOff val="17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</a:ln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6" name="矩形 5" hidden="1">
            <a:extLst>
              <a:ext uri="{FF2B5EF4-FFF2-40B4-BE49-F238E27FC236}">
                <a16:creationId xmlns:a16="http://schemas.microsoft.com/office/drawing/2014/main" id="{9D4EB600-D7AC-410F-A378-6613690C7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-280988"/>
            <a:ext cx="3433762" cy="1858963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pic>
        <p:nvPicPr>
          <p:cNvPr id="7" name="图片 11" descr="中车标识组合中英1.jpg">
            <a:extLst>
              <a:ext uri="{FF2B5EF4-FFF2-40B4-BE49-F238E27FC236}">
                <a16:creationId xmlns:a16="http://schemas.microsoft.com/office/drawing/2014/main" id="{27F74343-8C86-441D-8591-790DBCE81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904875" y="460375"/>
            <a:ext cx="1484313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hape 28">
            <a:extLst>
              <a:ext uri="{FF2B5EF4-FFF2-40B4-BE49-F238E27FC236}">
                <a16:creationId xmlns:a16="http://schemas.microsoft.com/office/drawing/2014/main" id="{A07C6B6A-8EBE-41E5-B866-F712BB3227B2}"/>
              </a:ext>
            </a:extLst>
          </p:cNvPr>
          <p:cNvSpPr/>
          <p:nvPr/>
        </p:nvSpPr>
        <p:spPr>
          <a:xfrm>
            <a:off x="7512050" y="4975225"/>
            <a:ext cx="1144588" cy="214313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wrap="none" lIns="0" tIns="0" rIns="0" bIns="0" anchor="ctr">
            <a:spAutoFit/>
          </a:bodyPr>
          <a:lstStyle>
            <a:lvl1pPr algn="ctr" defTabSz="914422">
              <a:defRPr sz="1200">
                <a:solidFill>
                  <a:srgbClr val="C70019"/>
                </a:solidFill>
              </a:defRPr>
            </a:lvl1pPr>
          </a:lstStyle>
          <a:p>
            <a:pPr eaLnBrk="1" hangingPunct="1">
              <a:defRPr sz="18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C00000"/>
                </a:solidFill>
                <a:latin typeface="Arial" charset="0"/>
                <a:ea typeface="宋体" charset="-122"/>
              </a:rPr>
              <a:t>www.crrcgc.cc</a:t>
            </a:r>
          </a:p>
        </p:txBody>
      </p:sp>
      <p:sp>
        <p:nvSpPr>
          <p:cNvPr id="9" name="Shape 29">
            <a:extLst>
              <a:ext uri="{FF2B5EF4-FFF2-40B4-BE49-F238E27FC236}">
                <a16:creationId xmlns:a16="http://schemas.microsoft.com/office/drawing/2014/main" id="{CB4DD293-65D0-4720-89B9-567B032FEEC1}"/>
              </a:ext>
            </a:extLst>
          </p:cNvPr>
          <p:cNvSpPr>
            <a:spLocks/>
          </p:cNvSpPr>
          <p:nvPr/>
        </p:nvSpPr>
        <p:spPr bwMode="auto">
          <a:xfrm>
            <a:off x="7399338" y="5075238"/>
            <a:ext cx="1360487" cy="258762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5898240 60000 65536"/>
              <a:gd name="T10" fmla="*/ 11796480 60000 65536"/>
              <a:gd name="T11" fmla="*/ 1769472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0" y="13407"/>
                  <a:pt x="0" y="13407"/>
                  <a:pt x="0" y="13407"/>
                </a:cubicBezTo>
                <a:cubicBezTo>
                  <a:pt x="0" y="15641"/>
                  <a:pt x="131" y="17876"/>
                  <a:pt x="393" y="19366"/>
                </a:cubicBezTo>
                <a:cubicBezTo>
                  <a:pt x="393" y="20110"/>
                  <a:pt x="393" y="20110"/>
                  <a:pt x="393" y="20110"/>
                </a:cubicBezTo>
                <a:cubicBezTo>
                  <a:pt x="785" y="21600"/>
                  <a:pt x="1178" y="21600"/>
                  <a:pt x="1571" y="21600"/>
                </a:cubicBezTo>
                <a:cubicBezTo>
                  <a:pt x="20160" y="21600"/>
                  <a:pt x="20160" y="21600"/>
                  <a:pt x="20160" y="21600"/>
                </a:cubicBezTo>
                <a:cubicBezTo>
                  <a:pt x="20553" y="21600"/>
                  <a:pt x="20945" y="21600"/>
                  <a:pt x="21207" y="20110"/>
                </a:cubicBezTo>
                <a:cubicBezTo>
                  <a:pt x="21469" y="17876"/>
                  <a:pt x="21600" y="15641"/>
                  <a:pt x="21600" y="13407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20422" y="0"/>
                  <a:pt x="20422" y="0"/>
                  <a:pt x="20422" y="0"/>
                </a:cubicBezTo>
                <a:cubicBezTo>
                  <a:pt x="20422" y="10428"/>
                  <a:pt x="20422" y="10428"/>
                  <a:pt x="20422" y="10428"/>
                </a:cubicBezTo>
                <a:cubicBezTo>
                  <a:pt x="20422" y="11172"/>
                  <a:pt x="20422" y="11917"/>
                  <a:pt x="20291" y="12662"/>
                </a:cubicBezTo>
                <a:cubicBezTo>
                  <a:pt x="20160" y="13407"/>
                  <a:pt x="20029" y="14152"/>
                  <a:pt x="19898" y="14152"/>
                </a:cubicBezTo>
                <a:cubicBezTo>
                  <a:pt x="1833" y="14152"/>
                  <a:pt x="1833" y="14152"/>
                  <a:pt x="1833" y="14152"/>
                </a:cubicBezTo>
                <a:cubicBezTo>
                  <a:pt x="1702" y="14152"/>
                  <a:pt x="1440" y="13407"/>
                  <a:pt x="1440" y="12662"/>
                </a:cubicBezTo>
                <a:cubicBezTo>
                  <a:pt x="1309" y="11917"/>
                  <a:pt x="1178" y="11172"/>
                  <a:pt x="1178" y="10428"/>
                </a:cubicBezTo>
                <a:cubicBezTo>
                  <a:pt x="1178" y="0"/>
                  <a:pt x="1178" y="0"/>
                  <a:pt x="117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03171" name="Rectangle 67"/>
          <p:cNvSpPr>
            <a:spLocks noGrp="1" noChangeArrowheads="1"/>
          </p:cNvSpPr>
          <p:nvPr>
            <p:ph type="ctrTitle" sz="quarter"/>
          </p:nvPr>
        </p:nvSpPr>
        <p:spPr>
          <a:xfrm>
            <a:off x="1215591" y="1800305"/>
            <a:ext cx="6969781" cy="594895"/>
          </a:xfrm>
        </p:spPr>
        <p:txBody>
          <a:bodyPr lIns="0" tIns="45720" rIns="91440" bIns="45720">
            <a:sp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03172" name="Rectangle 6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15591" y="2470298"/>
            <a:ext cx="6969781" cy="379417"/>
          </a:xfrm>
        </p:spPr>
        <p:txBody>
          <a:bodyPr lIns="0" tIns="45720" rIns="91440" bIns="45720" anchor="ctr">
            <a:spAutoFit/>
          </a:bodyPr>
          <a:lstStyle>
            <a:lvl1pPr marL="0" indent="0" algn="l">
              <a:buSzPct val="60000"/>
              <a:buFont typeface="Wingdings" panose="05000000000000000000" pitchFamily="2" charset="2"/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0"/>
          </p:nvPr>
        </p:nvSpPr>
        <p:spPr>
          <a:xfrm>
            <a:off x="1215569" y="3204185"/>
            <a:ext cx="6969520" cy="323850"/>
          </a:xfrm>
        </p:spPr>
        <p:txBody>
          <a:bodyPr lIns="0"/>
          <a:lstStyle>
            <a:lvl1pPr marL="0" indent="0">
              <a:buNone/>
              <a:defRPr sz="12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3740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"/>
                            </p:stCondLst>
                            <p:childTnLst>
                              <p:par>
                                <p:cTn id="10" presetID="50" presetClass="exit" presetSubtype="0" accel="100000" fill="hold" grpId="1" nodeType="after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C70019"/>
              </a:buClr>
              <a:defRPr/>
            </a:lvl1pPr>
            <a:lvl2pPr>
              <a:buClr>
                <a:srgbClr val="C70019"/>
              </a:buClr>
              <a:defRPr/>
            </a:lvl2pPr>
            <a:lvl3pPr>
              <a:buClr>
                <a:srgbClr val="C70019"/>
              </a:buClr>
              <a:defRPr/>
            </a:lvl3pPr>
            <a:lvl4pPr>
              <a:buClr>
                <a:srgbClr val="C70019"/>
              </a:buClr>
              <a:defRPr/>
            </a:lvl4pPr>
            <a:lvl5pPr>
              <a:buClr>
                <a:srgbClr val="C70019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7D40252-B156-4E26-BE35-37DF381B3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 </a:t>
            </a:r>
            <a:fld id="{142482A4-6018-4FA5-86B8-9BF3B7CE83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38601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3.jpg" descr="中车标识组合中英1.jpg">
            <a:extLst>
              <a:ext uri="{FF2B5EF4-FFF2-40B4-BE49-F238E27FC236}">
                <a16:creationId xmlns:a16="http://schemas.microsoft.com/office/drawing/2014/main" id="{5F4C73EF-3816-4718-BD80-AD0A82B23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7837488" y="5353050"/>
            <a:ext cx="9794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21343A7-575C-42EF-88BB-E7D8853B7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 </a:t>
            </a:r>
            <a:fld id="{2A1108C6-0C01-4FEA-9870-4C1D54220C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47468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0FE4572-374C-40CC-B810-9B42E7217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 </a:t>
            </a:r>
            <a:fld id="{B2B4002F-651E-4608-AB7D-309B27754E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27297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6" hidden="1">
            <a:extLst>
              <a:ext uri="{FF2B5EF4-FFF2-40B4-BE49-F238E27FC236}">
                <a16:creationId xmlns:a16="http://schemas.microsoft.com/office/drawing/2014/main" id="{44CCC7DA-05A9-4520-AE0B-709E4E9292FB}"/>
              </a:ext>
            </a:extLst>
          </p:cNvPr>
          <p:cNvSpPr/>
          <p:nvPr/>
        </p:nvSpPr>
        <p:spPr bwMode="auto">
          <a:xfrm>
            <a:off x="0" y="2016125"/>
            <a:ext cx="8675688" cy="2392363"/>
          </a:xfrm>
          <a:prstGeom prst="round1Rect">
            <a:avLst>
              <a:gd name="adj" fmla="val 34566"/>
            </a:avLst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BAACA4B-52D7-4EF5-9FD8-6C3E5091D65C}"/>
              </a:ext>
            </a:extLst>
          </p:cNvPr>
          <p:cNvSpPr>
            <a:spLocks/>
          </p:cNvSpPr>
          <p:nvPr/>
        </p:nvSpPr>
        <p:spPr bwMode="auto">
          <a:xfrm>
            <a:off x="384789" y="1409700"/>
            <a:ext cx="8374424" cy="2560638"/>
          </a:xfrm>
          <a:custGeom>
            <a:avLst/>
            <a:gdLst>
              <a:gd name="T0" fmla="*/ 987 w 1064"/>
              <a:gd name="T1" fmla="*/ 325 h 325"/>
              <a:gd name="T2" fmla="*/ 0 w 1064"/>
              <a:gd name="T3" fmla="*/ 325 h 325"/>
              <a:gd name="T4" fmla="*/ 0 w 1064"/>
              <a:gd name="T5" fmla="*/ 0 h 325"/>
              <a:gd name="T6" fmla="*/ 1064 w 1064"/>
              <a:gd name="T7" fmla="*/ 0 h 325"/>
              <a:gd name="T8" fmla="*/ 1064 w 1064"/>
              <a:gd name="T9" fmla="*/ 245 h 325"/>
              <a:gd name="T10" fmla="*/ 987 w 1064"/>
              <a:gd name="T11" fmla="*/ 325 h 3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4" h="325">
                <a:moveTo>
                  <a:pt x="987" y="325"/>
                </a:moveTo>
                <a:cubicBezTo>
                  <a:pt x="913" y="325"/>
                  <a:pt x="0" y="325"/>
                  <a:pt x="0" y="325"/>
                </a:cubicBezTo>
                <a:cubicBezTo>
                  <a:pt x="0" y="0"/>
                  <a:pt x="0" y="0"/>
                  <a:pt x="0" y="0"/>
                </a:cubicBezTo>
                <a:cubicBezTo>
                  <a:pt x="1064" y="0"/>
                  <a:pt x="1064" y="0"/>
                  <a:pt x="1064" y="0"/>
                </a:cubicBezTo>
                <a:cubicBezTo>
                  <a:pt x="1064" y="0"/>
                  <a:pt x="1064" y="227"/>
                  <a:pt x="1064" y="245"/>
                </a:cubicBezTo>
                <a:cubicBezTo>
                  <a:pt x="1064" y="270"/>
                  <a:pt x="1061" y="325"/>
                  <a:pt x="987" y="325"/>
                </a:cubicBezTo>
                <a:close/>
              </a:path>
            </a:pathLst>
          </a:custGeom>
          <a:blipFill dpi="0" rotWithShape="0">
            <a:blip r:embed="rId3" cstate="print"/>
            <a:srcRect/>
            <a:stretch>
              <a:fillRect t="-166124" b="-6888"/>
            </a:stretch>
          </a:blip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pic>
        <p:nvPicPr>
          <p:cNvPr id="7" name="Picture 25" descr="地图-mohu">
            <a:extLst>
              <a:ext uri="{FF2B5EF4-FFF2-40B4-BE49-F238E27FC236}">
                <a16:creationId xmlns:a16="http://schemas.microsoft.com/office/drawing/2014/main" id="{9CD3F779-6029-4BA4-A1D6-D998D8115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00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8" y="1022350"/>
            <a:ext cx="91440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4" descr="地图">
            <a:extLst>
              <a:ext uri="{FF2B5EF4-FFF2-40B4-BE49-F238E27FC236}">
                <a16:creationId xmlns:a16="http://schemas.microsoft.com/office/drawing/2014/main" id="{EB77F0A2-EDE8-4A9A-BC27-574561247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1333500"/>
            <a:ext cx="7424737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Freeform 30">
            <a:extLst>
              <a:ext uri="{FF2B5EF4-FFF2-40B4-BE49-F238E27FC236}">
                <a16:creationId xmlns:a16="http://schemas.microsoft.com/office/drawing/2014/main" id="{D9EF7E08-C9E4-4AB3-A046-DEAF3EDB76E7}"/>
              </a:ext>
            </a:extLst>
          </p:cNvPr>
          <p:cNvSpPr>
            <a:spLocks/>
          </p:cNvSpPr>
          <p:nvPr/>
        </p:nvSpPr>
        <p:spPr bwMode="gray">
          <a:xfrm rot="222522">
            <a:off x="5457825" y="2001838"/>
            <a:ext cx="1444625" cy="361950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753099AA-578C-40D3-A0D1-8EC013165E14}"/>
              </a:ext>
            </a:extLst>
          </p:cNvPr>
          <p:cNvSpPr>
            <a:spLocks/>
          </p:cNvSpPr>
          <p:nvPr/>
        </p:nvSpPr>
        <p:spPr bwMode="gray">
          <a:xfrm rot="5986179" flipV="1">
            <a:off x="5061744" y="2470944"/>
            <a:ext cx="728663" cy="193675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11" name="Freeform 32">
            <a:extLst>
              <a:ext uri="{FF2B5EF4-FFF2-40B4-BE49-F238E27FC236}">
                <a16:creationId xmlns:a16="http://schemas.microsoft.com/office/drawing/2014/main" id="{070AA8DA-4185-4D4B-9B11-9E365ECC6E7A}"/>
              </a:ext>
            </a:extLst>
          </p:cNvPr>
          <p:cNvSpPr>
            <a:spLocks/>
          </p:cNvSpPr>
          <p:nvPr/>
        </p:nvSpPr>
        <p:spPr bwMode="gray">
          <a:xfrm rot="10542929" flipV="1">
            <a:off x="4445000" y="2025650"/>
            <a:ext cx="1163638" cy="292100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12" name="Freeform 33">
            <a:extLst>
              <a:ext uri="{FF2B5EF4-FFF2-40B4-BE49-F238E27FC236}">
                <a16:creationId xmlns:a16="http://schemas.microsoft.com/office/drawing/2014/main" id="{350E623A-8C0D-4081-83D2-D543F6EEDA9C}"/>
              </a:ext>
            </a:extLst>
          </p:cNvPr>
          <p:cNvSpPr>
            <a:spLocks/>
          </p:cNvSpPr>
          <p:nvPr/>
        </p:nvSpPr>
        <p:spPr bwMode="gray">
          <a:xfrm rot="12120998" flipV="1">
            <a:off x="4951413" y="2032000"/>
            <a:ext cx="730250" cy="209550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13" name="Freeform 34">
            <a:extLst>
              <a:ext uri="{FF2B5EF4-FFF2-40B4-BE49-F238E27FC236}">
                <a16:creationId xmlns:a16="http://schemas.microsoft.com/office/drawing/2014/main" id="{A9625F54-5D20-4E58-B00E-5710A4679C9C}"/>
              </a:ext>
            </a:extLst>
          </p:cNvPr>
          <p:cNvSpPr>
            <a:spLocks/>
          </p:cNvSpPr>
          <p:nvPr/>
        </p:nvSpPr>
        <p:spPr bwMode="gray">
          <a:xfrm rot="20181006">
            <a:off x="5399088" y="2047875"/>
            <a:ext cx="766762" cy="195263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9AE7486-027F-4A14-8419-7AC13B58B4FB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2351088"/>
            <a:ext cx="2544762" cy="515937"/>
            <a:chOff x="1318176" y="2634840"/>
            <a:chExt cx="2544437" cy="517052"/>
          </a:xfrm>
        </p:grpSpPr>
        <p:sp>
          <p:nvSpPr>
            <p:cNvPr id="15" name="任意多边形 17">
              <a:extLst>
                <a:ext uri="{FF2B5EF4-FFF2-40B4-BE49-F238E27FC236}">
                  <a16:creationId xmlns:a16="http://schemas.microsoft.com/office/drawing/2014/main" id="{65B470A9-330B-4483-BC5E-490E72068FC5}"/>
                </a:ext>
              </a:extLst>
            </p:cNvPr>
            <p:cNvSpPr/>
            <p:nvPr/>
          </p:nvSpPr>
          <p:spPr>
            <a:xfrm>
              <a:off x="1318176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6" name="任意多边形 18">
              <a:extLst>
                <a:ext uri="{FF2B5EF4-FFF2-40B4-BE49-F238E27FC236}">
                  <a16:creationId xmlns:a16="http://schemas.microsoft.com/office/drawing/2014/main" id="{5B633667-D888-4ED7-B9B4-9CE16561806E}"/>
                </a:ext>
              </a:extLst>
            </p:cNvPr>
            <p:cNvSpPr/>
            <p:nvPr/>
          </p:nvSpPr>
          <p:spPr>
            <a:xfrm flipH="1">
              <a:off x="3776899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17" name="Freeform 31">
            <a:extLst>
              <a:ext uri="{FF2B5EF4-FFF2-40B4-BE49-F238E27FC236}">
                <a16:creationId xmlns:a16="http://schemas.microsoft.com/office/drawing/2014/main" id="{28D27519-46DF-4A1D-8E4F-F01D2BF22764}"/>
              </a:ext>
            </a:extLst>
          </p:cNvPr>
          <p:cNvSpPr>
            <a:spLocks/>
          </p:cNvSpPr>
          <p:nvPr/>
        </p:nvSpPr>
        <p:spPr bwMode="gray">
          <a:xfrm rot="9345043" flipV="1">
            <a:off x="4838700" y="2192338"/>
            <a:ext cx="730250" cy="192087"/>
          </a:xfrm>
          <a:custGeom>
            <a:avLst/>
            <a:gdLst>
              <a:gd name="T0" fmla="*/ 247 w 2706"/>
              <a:gd name="T1" fmla="*/ 884 h 1093"/>
              <a:gd name="T2" fmla="*/ 451 w 2706"/>
              <a:gd name="T3" fmla="*/ 708 h 1093"/>
              <a:gd name="T4" fmla="*/ 655 w 2706"/>
              <a:gd name="T5" fmla="*/ 562 h 1093"/>
              <a:gd name="T6" fmla="*/ 856 w 2706"/>
              <a:gd name="T7" fmla="*/ 439 h 1093"/>
              <a:gd name="T8" fmla="*/ 1053 w 2706"/>
              <a:gd name="T9" fmla="*/ 342 h 1093"/>
              <a:gd name="T10" fmla="*/ 1242 w 2706"/>
              <a:gd name="T11" fmla="*/ 264 h 1093"/>
              <a:gd name="T12" fmla="*/ 1419 w 2706"/>
              <a:gd name="T13" fmla="*/ 204 h 1093"/>
              <a:gd name="T14" fmla="*/ 1586 w 2706"/>
              <a:gd name="T15" fmla="*/ 160 h 1093"/>
              <a:gd name="T16" fmla="*/ 1737 w 2706"/>
              <a:gd name="T17" fmla="*/ 131 h 1093"/>
              <a:gd name="T18" fmla="*/ 1871 w 2706"/>
              <a:gd name="T19" fmla="*/ 112 h 1093"/>
              <a:gd name="T20" fmla="*/ 1988 w 2706"/>
              <a:gd name="T21" fmla="*/ 103 h 1093"/>
              <a:gd name="T22" fmla="*/ 2082 w 2706"/>
              <a:gd name="T23" fmla="*/ 99 h 1093"/>
              <a:gd name="T24" fmla="*/ 2152 w 2706"/>
              <a:gd name="T25" fmla="*/ 99 h 1093"/>
              <a:gd name="T26" fmla="*/ 2195 w 2706"/>
              <a:gd name="T27" fmla="*/ 102 h 1093"/>
              <a:gd name="T28" fmla="*/ 2210 w 2706"/>
              <a:gd name="T29" fmla="*/ 102 h 1093"/>
              <a:gd name="T30" fmla="*/ 2706 w 2706"/>
              <a:gd name="T31" fmla="*/ 330 h 1093"/>
              <a:gd name="T32" fmla="*/ 2336 w 2706"/>
              <a:gd name="T33" fmla="*/ 358 h 1093"/>
              <a:gd name="T34" fmla="*/ 2326 w 2706"/>
              <a:gd name="T35" fmla="*/ 354 h 1093"/>
              <a:gd name="T36" fmla="*/ 2293 w 2706"/>
              <a:gd name="T37" fmla="*/ 345 h 1093"/>
              <a:gd name="T38" fmla="*/ 2241 w 2706"/>
              <a:gd name="T39" fmla="*/ 330 h 1093"/>
              <a:gd name="T40" fmla="*/ 2168 w 2706"/>
              <a:gd name="T41" fmla="*/ 317 h 1093"/>
              <a:gd name="T42" fmla="*/ 2075 w 2706"/>
              <a:gd name="T43" fmla="*/ 306 h 1093"/>
              <a:gd name="T44" fmla="*/ 1966 w 2706"/>
              <a:gd name="T45" fmla="*/ 298 h 1093"/>
              <a:gd name="T46" fmla="*/ 1838 w 2706"/>
              <a:gd name="T47" fmla="*/ 298 h 1093"/>
              <a:gd name="T48" fmla="*/ 1692 w 2706"/>
              <a:gd name="T49" fmla="*/ 309 h 1093"/>
              <a:gd name="T50" fmla="*/ 1533 w 2706"/>
              <a:gd name="T51" fmla="*/ 330 h 1093"/>
              <a:gd name="T52" fmla="*/ 1354 w 2706"/>
              <a:gd name="T53" fmla="*/ 371 h 1093"/>
              <a:gd name="T54" fmla="*/ 1164 w 2706"/>
              <a:gd name="T55" fmla="*/ 428 h 1093"/>
              <a:gd name="T56" fmla="*/ 960 w 2706"/>
              <a:gd name="T57" fmla="*/ 505 h 1093"/>
              <a:gd name="T58" fmla="*/ 742 w 2706"/>
              <a:gd name="T59" fmla="*/ 608 h 1093"/>
              <a:gd name="T60" fmla="*/ 512 w 2706"/>
              <a:gd name="T61" fmla="*/ 736 h 1093"/>
              <a:gd name="T62" fmla="*/ 271 w 2706"/>
              <a:gd name="T63" fmla="*/ 892 h 10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706" h="1093">
                <a:moveTo>
                  <a:pt x="0" y="1093"/>
                </a:moveTo>
                <a:lnTo>
                  <a:pt x="247" y="884"/>
                </a:lnTo>
                <a:lnTo>
                  <a:pt x="350" y="793"/>
                </a:lnTo>
                <a:lnTo>
                  <a:pt x="451" y="708"/>
                </a:lnTo>
                <a:lnTo>
                  <a:pt x="553" y="631"/>
                </a:lnTo>
                <a:lnTo>
                  <a:pt x="655" y="562"/>
                </a:lnTo>
                <a:lnTo>
                  <a:pt x="756" y="497"/>
                </a:lnTo>
                <a:lnTo>
                  <a:pt x="856" y="439"/>
                </a:lnTo>
                <a:lnTo>
                  <a:pt x="955" y="388"/>
                </a:lnTo>
                <a:lnTo>
                  <a:pt x="1053" y="342"/>
                </a:lnTo>
                <a:lnTo>
                  <a:pt x="1148" y="300"/>
                </a:lnTo>
                <a:lnTo>
                  <a:pt x="1242" y="264"/>
                </a:lnTo>
                <a:lnTo>
                  <a:pt x="1331" y="232"/>
                </a:lnTo>
                <a:lnTo>
                  <a:pt x="1419" y="204"/>
                </a:lnTo>
                <a:lnTo>
                  <a:pt x="1504" y="182"/>
                </a:lnTo>
                <a:lnTo>
                  <a:pt x="1586" y="160"/>
                </a:lnTo>
                <a:lnTo>
                  <a:pt x="1664" y="144"/>
                </a:lnTo>
                <a:lnTo>
                  <a:pt x="1737" y="131"/>
                </a:lnTo>
                <a:lnTo>
                  <a:pt x="1807" y="121"/>
                </a:lnTo>
                <a:lnTo>
                  <a:pt x="1871" y="112"/>
                </a:lnTo>
                <a:lnTo>
                  <a:pt x="1932" y="107"/>
                </a:lnTo>
                <a:lnTo>
                  <a:pt x="1988" y="103"/>
                </a:lnTo>
                <a:lnTo>
                  <a:pt x="2038" y="100"/>
                </a:lnTo>
                <a:lnTo>
                  <a:pt x="2082" y="99"/>
                </a:lnTo>
                <a:lnTo>
                  <a:pt x="2121" y="100"/>
                </a:lnTo>
                <a:lnTo>
                  <a:pt x="2152" y="99"/>
                </a:lnTo>
                <a:lnTo>
                  <a:pt x="2178" y="101"/>
                </a:lnTo>
                <a:lnTo>
                  <a:pt x="2195" y="102"/>
                </a:lnTo>
                <a:lnTo>
                  <a:pt x="2206" y="102"/>
                </a:lnTo>
                <a:lnTo>
                  <a:pt x="2210" y="102"/>
                </a:lnTo>
                <a:lnTo>
                  <a:pt x="2146" y="0"/>
                </a:lnTo>
                <a:lnTo>
                  <a:pt x="2706" y="330"/>
                </a:lnTo>
                <a:lnTo>
                  <a:pt x="2270" y="473"/>
                </a:lnTo>
                <a:lnTo>
                  <a:pt x="2336" y="358"/>
                </a:lnTo>
                <a:lnTo>
                  <a:pt x="2335" y="357"/>
                </a:lnTo>
                <a:lnTo>
                  <a:pt x="2326" y="354"/>
                </a:lnTo>
                <a:lnTo>
                  <a:pt x="2313" y="350"/>
                </a:lnTo>
                <a:lnTo>
                  <a:pt x="2293" y="345"/>
                </a:lnTo>
                <a:lnTo>
                  <a:pt x="2270" y="337"/>
                </a:lnTo>
                <a:lnTo>
                  <a:pt x="2241" y="330"/>
                </a:lnTo>
                <a:lnTo>
                  <a:pt x="2207" y="323"/>
                </a:lnTo>
                <a:lnTo>
                  <a:pt x="2168" y="317"/>
                </a:lnTo>
                <a:lnTo>
                  <a:pt x="2124" y="311"/>
                </a:lnTo>
                <a:lnTo>
                  <a:pt x="2075" y="306"/>
                </a:lnTo>
                <a:lnTo>
                  <a:pt x="2024" y="301"/>
                </a:lnTo>
                <a:lnTo>
                  <a:pt x="1966" y="298"/>
                </a:lnTo>
                <a:lnTo>
                  <a:pt x="1905" y="295"/>
                </a:lnTo>
                <a:lnTo>
                  <a:pt x="1838" y="298"/>
                </a:lnTo>
                <a:lnTo>
                  <a:pt x="1767" y="301"/>
                </a:lnTo>
                <a:lnTo>
                  <a:pt x="1692" y="309"/>
                </a:lnTo>
                <a:lnTo>
                  <a:pt x="1613" y="317"/>
                </a:lnTo>
                <a:lnTo>
                  <a:pt x="1533" y="330"/>
                </a:lnTo>
                <a:lnTo>
                  <a:pt x="1445" y="349"/>
                </a:lnTo>
                <a:lnTo>
                  <a:pt x="1354" y="371"/>
                </a:lnTo>
                <a:lnTo>
                  <a:pt x="1262" y="397"/>
                </a:lnTo>
                <a:lnTo>
                  <a:pt x="1164" y="428"/>
                </a:lnTo>
                <a:lnTo>
                  <a:pt x="1065" y="464"/>
                </a:lnTo>
                <a:lnTo>
                  <a:pt x="960" y="505"/>
                </a:lnTo>
                <a:lnTo>
                  <a:pt x="853" y="553"/>
                </a:lnTo>
                <a:lnTo>
                  <a:pt x="742" y="608"/>
                </a:lnTo>
                <a:lnTo>
                  <a:pt x="629" y="669"/>
                </a:lnTo>
                <a:lnTo>
                  <a:pt x="512" y="736"/>
                </a:lnTo>
                <a:lnTo>
                  <a:pt x="393" y="809"/>
                </a:lnTo>
                <a:lnTo>
                  <a:pt x="271" y="892"/>
                </a:lnTo>
                <a:lnTo>
                  <a:pt x="0" y="1093"/>
                </a:lnTo>
                <a:close/>
              </a:path>
            </a:pathLst>
          </a:custGeom>
          <a:gradFill rotWithShape="1">
            <a:gsLst>
              <a:gs pos="0">
                <a:schemeClr val="bg1">
                  <a:gamma/>
                  <a:tint val="0"/>
                  <a:invGamma/>
                  <a:alpha val="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>
            <a:pPr algn="ctr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pic>
        <p:nvPicPr>
          <p:cNvPr id="18" name="图片 20" descr="中车.jpg">
            <a:extLst>
              <a:ext uri="{FF2B5EF4-FFF2-40B4-BE49-F238E27FC236}">
                <a16:creationId xmlns:a16="http://schemas.microsoft.com/office/drawing/2014/main" id="{E2C9A255-35D6-4607-997E-4D2F71EDC1B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2909888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21" descr="中车.jpg">
            <a:extLst>
              <a:ext uri="{FF2B5EF4-FFF2-40B4-BE49-F238E27FC236}">
                <a16:creationId xmlns:a16="http://schemas.microsoft.com/office/drawing/2014/main" id="{70696B53-A45B-4468-807F-498A897A16E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975" y="3265488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22" descr="中车.jpg">
            <a:extLst>
              <a:ext uri="{FF2B5EF4-FFF2-40B4-BE49-F238E27FC236}">
                <a16:creationId xmlns:a16="http://schemas.microsoft.com/office/drawing/2014/main" id="{07D81CD9-2526-40F7-B75C-880D5E84D6C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863" y="2071688"/>
            <a:ext cx="3270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图片 23" descr="中车.jpg">
            <a:extLst>
              <a:ext uri="{FF2B5EF4-FFF2-40B4-BE49-F238E27FC236}">
                <a16:creationId xmlns:a16="http://schemas.microsoft.com/office/drawing/2014/main" id="{55D6456E-2668-4969-88F7-3F6D955CCCE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9263" y="2105025"/>
            <a:ext cx="3254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图片 24" descr="中车.jpg">
            <a:extLst>
              <a:ext uri="{FF2B5EF4-FFF2-40B4-BE49-F238E27FC236}">
                <a16:creationId xmlns:a16="http://schemas.microsoft.com/office/drawing/2014/main" id="{39FC0D5A-6EB1-4145-AB47-6675AC10B7B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4725" y="2125663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图片 25" descr="中车.jpg">
            <a:extLst>
              <a:ext uri="{FF2B5EF4-FFF2-40B4-BE49-F238E27FC236}">
                <a16:creationId xmlns:a16="http://schemas.microsoft.com/office/drawing/2014/main" id="{EFDB2C4A-1F69-478E-8C19-64DCE2BC79C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700" y="3082925"/>
            <a:ext cx="3254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854383" y="4732389"/>
            <a:ext cx="2471974" cy="250825"/>
          </a:xfrm>
        </p:spPr>
        <p:txBody>
          <a:bodyPr/>
          <a:lstStyle>
            <a:lvl1pPr marL="0" indent="0" algn="r">
              <a:buNone/>
              <a:defRPr sz="1050">
                <a:solidFill>
                  <a:schemeClr val="accent2"/>
                </a:solidFill>
              </a:defRPr>
            </a:lvl1pPr>
            <a:lvl2pPr marL="457189" indent="0">
              <a:buNone/>
              <a:defRPr sz="800"/>
            </a:lvl2pPr>
            <a:lvl3pPr marL="914381" indent="0">
              <a:buNone/>
              <a:defRPr sz="701"/>
            </a:lvl3pPr>
            <a:lvl4pPr marL="1371570" indent="0">
              <a:buNone/>
              <a:defRPr sz="600"/>
            </a:lvl4pPr>
            <a:lvl5pPr marL="1828759" indent="0">
              <a:buNone/>
              <a:defRPr sz="701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1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60017" y="2085933"/>
            <a:ext cx="2998787" cy="1046163"/>
          </a:xfrm>
        </p:spPr>
        <p:txBody>
          <a:bodyPr wrap="none" lIns="0" fromWordArt="1" anchor="ctr"/>
          <a:lstStyle>
            <a:lvl1pPr marL="0" indent="0">
              <a:buNone/>
              <a:defRPr lang="zh-CN" altLang="en-US" sz="3599" b="1" kern="1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217372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0" presetClass="exit" presetSubtype="0" accel="10000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+.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6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单圆角矩形 6" hidden="1">
            <a:extLst>
              <a:ext uri="{FF2B5EF4-FFF2-40B4-BE49-F238E27FC236}">
                <a16:creationId xmlns:a16="http://schemas.microsoft.com/office/drawing/2014/main" id="{DAAE9E0D-01C2-403E-8FB6-B10EE0818211}"/>
              </a:ext>
            </a:extLst>
          </p:cNvPr>
          <p:cNvSpPr/>
          <p:nvPr/>
        </p:nvSpPr>
        <p:spPr bwMode="auto">
          <a:xfrm>
            <a:off x="0" y="2016125"/>
            <a:ext cx="8675688" cy="2392363"/>
          </a:xfrm>
          <a:prstGeom prst="round1Rect">
            <a:avLst>
              <a:gd name="adj" fmla="val 34566"/>
            </a:avLst>
          </a:prstGeom>
          <a:blipFill>
            <a:blip r:embed="rId2" cstate="print"/>
            <a:stretch>
              <a:fillRect/>
            </a:stretch>
          </a:blip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BB08CFA-A271-4332-AC48-922D39677E10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2351088"/>
            <a:ext cx="2544762" cy="515937"/>
            <a:chOff x="1318176" y="2634840"/>
            <a:chExt cx="2544437" cy="517052"/>
          </a:xfrm>
        </p:grpSpPr>
        <p:sp>
          <p:nvSpPr>
            <p:cNvPr id="7" name="任意多边形 8">
              <a:extLst>
                <a:ext uri="{FF2B5EF4-FFF2-40B4-BE49-F238E27FC236}">
                  <a16:creationId xmlns:a16="http://schemas.microsoft.com/office/drawing/2014/main" id="{DA0EC912-6EF7-466C-8B81-92795138C882}"/>
                </a:ext>
              </a:extLst>
            </p:cNvPr>
            <p:cNvSpPr/>
            <p:nvPr/>
          </p:nvSpPr>
          <p:spPr>
            <a:xfrm>
              <a:off x="1318176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8" name="任意多边形 9">
              <a:extLst>
                <a:ext uri="{FF2B5EF4-FFF2-40B4-BE49-F238E27FC236}">
                  <a16:creationId xmlns:a16="http://schemas.microsoft.com/office/drawing/2014/main" id="{1E3611BE-D929-4E64-827E-C6B024CA3790}"/>
                </a:ext>
              </a:extLst>
            </p:cNvPr>
            <p:cNvSpPr/>
            <p:nvPr/>
          </p:nvSpPr>
          <p:spPr>
            <a:xfrm flipH="1">
              <a:off x="3776899" y="2634840"/>
              <a:ext cx="85714" cy="517052"/>
            </a:xfrm>
            <a:custGeom>
              <a:avLst/>
              <a:gdLst>
                <a:gd name="connsiteX0" fmla="*/ 118122 w 236796"/>
                <a:gd name="connsiteY0" fmla="*/ 0 h 1440161"/>
                <a:gd name="connsiteX1" fmla="*/ 236796 w 236796"/>
                <a:gd name="connsiteY1" fmla="*/ 0 h 1440161"/>
                <a:gd name="connsiteX2" fmla="*/ 236796 w 236796"/>
                <a:gd name="connsiteY2" fmla="*/ 83640 h 1440161"/>
                <a:gd name="connsiteX3" fmla="*/ 147216 w 236796"/>
                <a:gd name="connsiteY3" fmla="*/ 83640 h 1440161"/>
                <a:gd name="connsiteX4" fmla="*/ 93615 w 236796"/>
                <a:gd name="connsiteY4" fmla="*/ 137241 h 1440161"/>
                <a:gd name="connsiteX5" fmla="*/ 93615 w 236796"/>
                <a:gd name="connsiteY5" fmla="*/ 1302921 h 1440161"/>
                <a:gd name="connsiteX6" fmla="*/ 147216 w 236796"/>
                <a:gd name="connsiteY6" fmla="*/ 1356522 h 1440161"/>
                <a:gd name="connsiteX7" fmla="*/ 236796 w 236796"/>
                <a:gd name="connsiteY7" fmla="*/ 1356522 h 1440161"/>
                <a:gd name="connsiteX8" fmla="*/ 236796 w 236796"/>
                <a:gd name="connsiteY8" fmla="*/ 1440161 h 1440161"/>
                <a:gd name="connsiteX9" fmla="*/ 118122 w 236796"/>
                <a:gd name="connsiteY9" fmla="*/ 1440161 h 1440161"/>
                <a:gd name="connsiteX10" fmla="*/ 0 w 236796"/>
                <a:gd name="connsiteY10" fmla="*/ 1322039 h 1440161"/>
                <a:gd name="connsiteX11" fmla="*/ 0 w 236796"/>
                <a:gd name="connsiteY11" fmla="*/ 118122 h 1440161"/>
                <a:gd name="connsiteX12" fmla="*/ 118122 w 236796"/>
                <a:gd name="connsiteY12" fmla="*/ 0 h 1440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6796" h="1440161">
                  <a:moveTo>
                    <a:pt x="118122" y="0"/>
                  </a:moveTo>
                  <a:lnTo>
                    <a:pt x="236796" y="0"/>
                  </a:lnTo>
                  <a:lnTo>
                    <a:pt x="236796" y="83640"/>
                  </a:lnTo>
                  <a:lnTo>
                    <a:pt x="147216" y="83640"/>
                  </a:lnTo>
                  <a:cubicBezTo>
                    <a:pt x="117613" y="83640"/>
                    <a:pt x="93615" y="107638"/>
                    <a:pt x="93615" y="137241"/>
                  </a:cubicBezTo>
                  <a:lnTo>
                    <a:pt x="93615" y="1302921"/>
                  </a:lnTo>
                  <a:cubicBezTo>
                    <a:pt x="93615" y="1332524"/>
                    <a:pt x="117613" y="1356522"/>
                    <a:pt x="147216" y="1356522"/>
                  </a:cubicBezTo>
                  <a:lnTo>
                    <a:pt x="236796" y="1356522"/>
                  </a:lnTo>
                  <a:lnTo>
                    <a:pt x="236796" y="1440161"/>
                  </a:lnTo>
                  <a:lnTo>
                    <a:pt x="118122" y="1440161"/>
                  </a:lnTo>
                  <a:cubicBezTo>
                    <a:pt x="52885" y="1440161"/>
                    <a:pt x="0" y="1387276"/>
                    <a:pt x="0" y="1322039"/>
                  </a:cubicBezTo>
                  <a:lnTo>
                    <a:pt x="0" y="118122"/>
                  </a:lnTo>
                  <a:cubicBezTo>
                    <a:pt x="0" y="52885"/>
                    <a:pt x="52885" y="0"/>
                    <a:pt x="11812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pic>
        <p:nvPicPr>
          <p:cNvPr id="9" name="图片 11" descr="中车标识组合中英1.jpg">
            <a:extLst>
              <a:ext uri="{FF2B5EF4-FFF2-40B4-BE49-F238E27FC236}">
                <a16:creationId xmlns:a16="http://schemas.microsoft.com/office/drawing/2014/main" id="{546A4378-8DA6-47D9-B49C-D874D3455E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92" b="31758"/>
          <a:stretch>
            <a:fillRect/>
          </a:stretch>
        </p:blipFill>
        <p:spPr bwMode="auto">
          <a:xfrm>
            <a:off x="904875" y="460375"/>
            <a:ext cx="1484313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5854383" y="4732389"/>
            <a:ext cx="2471974" cy="250825"/>
          </a:xfrm>
        </p:spPr>
        <p:txBody>
          <a:bodyPr/>
          <a:lstStyle>
            <a:lvl1pPr marL="0" indent="0" algn="r">
              <a:buNone/>
              <a:defRPr sz="1050">
                <a:solidFill>
                  <a:schemeClr val="accent2"/>
                </a:solidFill>
              </a:defRPr>
            </a:lvl1pPr>
            <a:lvl2pPr marL="457189" indent="0">
              <a:buNone/>
              <a:defRPr sz="800"/>
            </a:lvl2pPr>
            <a:lvl3pPr marL="914381" indent="0">
              <a:buNone/>
              <a:defRPr sz="701"/>
            </a:lvl3pPr>
            <a:lvl4pPr marL="1371570" indent="0">
              <a:buNone/>
              <a:defRPr sz="600"/>
            </a:lvl4pPr>
            <a:lvl5pPr marL="1828759" indent="0">
              <a:buNone/>
              <a:defRPr sz="701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60017" y="2085933"/>
            <a:ext cx="2998787" cy="1046163"/>
          </a:xfrm>
        </p:spPr>
        <p:txBody>
          <a:bodyPr wrap="none" lIns="0" fromWordArt="1" anchor="ctr"/>
          <a:lstStyle>
            <a:lvl1pPr marL="0" indent="0">
              <a:buNone/>
              <a:defRPr lang="zh-CN" altLang="en-US" sz="3599" b="1" kern="1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1058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">
            <a:extLst>
              <a:ext uri="{FF2B5EF4-FFF2-40B4-BE49-F238E27FC236}">
                <a16:creationId xmlns:a16="http://schemas.microsoft.com/office/drawing/2014/main" id="{0CD1764F-DA38-4F8C-A948-F42ADB575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425" y="765175"/>
            <a:ext cx="82073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1027" name="Rectangle 27">
            <a:extLst>
              <a:ext uri="{FF2B5EF4-FFF2-40B4-BE49-F238E27FC236}">
                <a16:creationId xmlns:a16="http://schemas.microsoft.com/office/drawing/2014/main" id="{05551BB3-5FD6-4539-8850-F34F9AB87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63500"/>
            <a:ext cx="82073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7833923-D46D-4567-ACDC-2B063DE9BFA8}"/>
              </a:ext>
            </a:extLst>
          </p:cNvPr>
          <p:cNvCxnSpPr/>
          <p:nvPr/>
        </p:nvCxnSpPr>
        <p:spPr bwMode="auto">
          <a:xfrm>
            <a:off x="466725" y="639763"/>
            <a:ext cx="8220075" cy="0"/>
          </a:xfrm>
          <a:prstGeom prst="lin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5400000" scaled="1"/>
          </a:gradFill>
          <a:ln w="317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单圆角矩形 13">
            <a:extLst>
              <a:ext uri="{FF2B5EF4-FFF2-40B4-BE49-F238E27FC236}">
                <a16:creationId xmlns:a16="http://schemas.microsoft.com/office/drawing/2014/main" id="{C6C3A549-8A8E-45DB-8548-51D7FA08AF49}"/>
              </a:ext>
            </a:extLst>
          </p:cNvPr>
          <p:cNvSpPr/>
          <p:nvPr/>
        </p:nvSpPr>
        <p:spPr bwMode="auto">
          <a:xfrm>
            <a:off x="0" y="5376863"/>
            <a:ext cx="7573963" cy="333375"/>
          </a:xfrm>
          <a:prstGeom prst="round1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B06B6F-9BF5-42C8-8574-C1CDEFB5A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6725" y="5391150"/>
            <a:ext cx="2057400" cy="3032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defRPr sz="120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r>
              <a:rPr lang="en-US" altLang="zh-CN"/>
              <a:t>Page </a:t>
            </a:r>
            <a:fld id="{8068FB3D-8714-4E7A-B000-0EEEFEA6B72C}" type="slidenum">
              <a:rPr lang="zh-CN" altLang="en-US"/>
              <a:pPr>
                <a:defRPr/>
              </a:pPr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75" r:id="rId4"/>
    <p:sldLayoutId id="2147483976" r:id="rId5"/>
    <p:sldLayoutId id="2147483980" r:id="rId6"/>
    <p:sldLayoutId id="2147483981" r:id="rId7"/>
    <p:sldLayoutId id="2147483982" r:id="rId8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19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38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57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759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313" indent="-341313" algn="l" rtl="0" eaLnBrk="1" fontAlgn="base" hangingPunct="1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798513" indent="-341313" algn="l" rtl="0" eaLnBrk="1" fontAlgn="base" hangingPunct="1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98563" indent="-284163" algn="l" rtl="0" eaLnBrk="1" fontAlgn="base" hangingPunct="1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55763" indent="-284163" algn="l" rtl="0" eaLnBrk="1" fontAlgn="base" hangingPunct="1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544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6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24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14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1">
            <a:extLst>
              <a:ext uri="{FF2B5EF4-FFF2-40B4-BE49-F238E27FC236}">
                <a16:creationId xmlns:a16="http://schemas.microsoft.com/office/drawing/2014/main" id="{46FA3982-4865-4C1C-BB8F-2B60B757F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425" y="765175"/>
            <a:ext cx="82073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2051" name="Rectangle 27">
            <a:extLst>
              <a:ext uri="{FF2B5EF4-FFF2-40B4-BE49-F238E27FC236}">
                <a16:creationId xmlns:a16="http://schemas.microsoft.com/office/drawing/2014/main" id="{E473BBB8-45D1-4776-B7A8-08562AE6F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63500"/>
            <a:ext cx="82073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2" tIns="45716" rIns="91432" bIns="45716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B0F43FC-01FA-40B1-A5AE-0156E9CA3AB0}"/>
              </a:ext>
            </a:extLst>
          </p:cNvPr>
          <p:cNvCxnSpPr/>
          <p:nvPr/>
        </p:nvCxnSpPr>
        <p:spPr bwMode="auto">
          <a:xfrm>
            <a:off x="466725" y="639763"/>
            <a:ext cx="8220075" cy="0"/>
          </a:xfrm>
          <a:prstGeom prst="line">
            <a:avLst/>
          </a:prstGeom>
          <a:gradFill rotWithShape="1">
            <a:gsLst>
              <a:gs pos="0">
                <a:schemeClr val="bg2"/>
              </a:gs>
              <a:gs pos="100000">
                <a:schemeClr val="bg2">
                  <a:gamma/>
                  <a:shade val="46275"/>
                  <a:invGamma/>
                </a:schemeClr>
              </a:gs>
            </a:gsLst>
            <a:lin ang="5400000" scaled="1"/>
          </a:gradFill>
          <a:ln w="317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单圆角矩形 13">
            <a:extLst>
              <a:ext uri="{FF2B5EF4-FFF2-40B4-BE49-F238E27FC236}">
                <a16:creationId xmlns:a16="http://schemas.microsoft.com/office/drawing/2014/main" id="{12A2A62F-5247-4368-92F8-0DCD82788060}"/>
              </a:ext>
            </a:extLst>
          </p:cNvPr>
          <p:cNvSpPr/>
          <p:nvPr/>
        </p:nvSpPr>
        <p:spPr bwMode="auto">
          <a:xfrm>
            <a:off x="0" y="5376863"/>
            <a:ext cx="7573963" cy="333375"/>
          </a:xfrm>
          <a:prstGeom prst="round1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algn="ctr" defTabSz="914423" eaLnBrk="1" hangingPunct="1">
              <a:defRPr/>
            </a:pPr>
            <a:endParaRPr lang="zh-CN" altLang="en-US">
              <a:latin typeface="Arial" charset="0"/>
              <a:ea typeface="黑体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526252-463B-469D-A7B7-7455896E0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6725" y="5391150"/>
            <a:ext cx="2057400" cy="3032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r>
              <a:rPr lang="en-US" altLang="zh-CN"/>
              <a:t>Page </a:t>
            </a:r>
            <a:fld id="{5D4FD282-0810-41BF-A02F-BFBF003C56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</p:sldLayoutIdLst>
  <p:transition>
    <p:fade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19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38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570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759" algn="l" rtl="0" fontAlgn="base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798513" indent="-341313" algn="l" rtl="0" eaLnBrk="0" fontAlgn="base" hangingPunct="0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98563" indent="-284163" algn="l" rtl="0" eaLnBrk="0" fontAlgn="base" hangingPunct="0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55763" indent="-284163" algn="l" rtl="0" eaLnBrk="0" fontAlgn="base" hangingPunct="0">
        <a:spcBef>
          <a:spcPct val="20000"/>
        </a:spcBef>
        <a:spcAft>
          <a:spcPct val="0"/>
        </a:spcAft>
        <a:buClr>
          <a:srgbClr val="C70019"/>
        </a:buClr>
        <a:buSzPct val="50000"/>
        <a:buFont typeface="Wingdings" panose="05000000000000000000" pitchFamily="2" charset="2"/>
        <a:buChar char="l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544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6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24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14" indent="-228596" algn="l" defTabSz="91438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50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9" algn="l" defTabSz="91438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7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png"/><Relationship Id="rId7" Type="http://schemas.openxmlformats.org/officeDocument/2006/relationships/image" Target="../media/image4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jpeg"/><Relationship Id="rId5" Type="http://schemas.openxmlformats.org/officeDocument/2006/relationships/image" Target="../media/image47.jpeg"/><Relationship Id="rId4" Type="http://schemas.openxmlformats.org/officeDocument/2006/relationships/image" Target="../media/image46.jpeg"/><Relationship Id="rId9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2880AF8-50FF-4EB2-B944-3CC7991F280C}"/>
              </a:ext>
            </a:extLst>
          </p:cNvPr>
          <p:cNvSpPr/>
          <p:nvPr/>
        </p:nvSpPr>
        <p:spPr>
          <a:xfrm>
            <a:off x="0" y="3402013"/>
            <a:ext cx="9144000" cy="16684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defRPr/>
            </a:pPr>
            <a:r>
              <a:rPr lang="en-US" altLang="zh-CN" sz="2400" b="1" spc="200" dirty="0" err="1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Arial" charset="0"/>
              </a:rPr>
              <a:t>xxxx</a:t>
            </a:r>
            <a:endParaRPr lang="en-US" altLang="zh-CN" sz="2400" b="1" spc="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Arial" charset="0"/>
              <a:sym typeface="Arial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b="1" spc="200" dirty="0" err="1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Arial" charset="0"/>
              </a:rPr>
              <a:t>xxxx</a:t>
            </a:r>
            <a:r>
              <a:rPr lang="zh-CN" altLang="en-US" sz="2000" b="1" spc="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Arial" charset="0"/>
              </a:rPr>
              <a:t>大学 </a:t>
            </a:r>
            <a:r>
              <a:rPr lang="en-US" altLang="zh-CN" sz="2000" b="1" spc="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Arial" charset="0"/>
              </a:rPr>
              <a:t>xx</a:t>
            </a:r>
            <a:r>
              <a:rPr lang="zh-CN" altLang="en-US" sz="2000" b="1" spc="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Arial" charset="0"/>
              </a:rPr>
              <a:t>工程学院</a:t>
            </a:r>
            <a:endParaRPr lang="en-US" altLang="zh-CN" sz="2000" b="1" spc="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Arial" charset="0"/>
              <a:sym typeface="Arial" charset="0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fld id="{05B78F8C-A2AD-4533-B259-F3A865D9CD5B}" type="datetime2">
              <a:rPr lang="zh-CN" altLang="en-US" sz="2000" b="1" spc="2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  <a:cs typeface="Arial" charset="0"/>
                <a:sym typeface="Arial" charset="0"/>
              </a:rPr>
              <a:pPr algn="ctr" ea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t>2022年2月16日</a:t>
            </a:fld>
            <a:endParaRPr lang="en-US" altLang="zh-CN" sz="2000" b="1" spc="200" dirty="0">
              <a:solidFill>
                <a:srgbClr val="002060"/>
              </a:solidFill>
              <a:latin typeface="微软雅黑" pitchFamily="34" charset="-122"/>
              <a:ea typeface="微软雅黑" pitchFamily="34" charset="-122"/>
              <a:cs typeface="Arial" charset="0"/>
              <a:sym typeface="Arial" charset="0"/>
            </a:endParaRPr>
          </a:p>
        </p:txBody>
      </p:sp>
      <p:sp>
        <p:nvSpPr>
          <p:cNvPr id="19459" name="矩形 1">
            <a:extLst>
              <a:ext uri="{FF2B5EF4-FFF2-40B4-BE49-F238E27FC236}">
                <a16:creationId xmlns:a16="http://schemas.microsoft.com/office/drawing/2014/main" id="{21F8F111-758D-488B-876D-A0B731497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71600"/>
            <a:ext cx="9144000" cy="140493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19B88877-8FE0-49E8-AE8B-8160670E30CA}"/>
              </a:ext>
            </a:extLst>
          </p:cNvPr>
          <p:cNvSpPr txBox="1">
            <a:spLocks/>
          </p:cNvSpPr>
          <p:nvPr/>
        </p:nvSpPr>
        <p:spPr bwMode="auto">
          <a:xfrm>
            <a:off x="0" y="1371600"/>
            <a:ext cx="9144000" cy="1404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lvl1pPr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4000" b="1" spc="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alatino Linotype" panose="02040502050505030304" pitchFamily="18" charset="0"/>
              <a:ea typeface="Cambria" panose="02040503050406030204" pitchFamily="18" charset="0"/>
              <a:cs typeface="Arial" charset="0"/>
              <a:sym typeface="Arial" charset="0"/>
            </a:endParaRPr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A9543408-9CAB-4DBD-B995-F9B5DFDE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449263"/>
            <a:ext cx="4424363" cy="4302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200" b="1" dirty="0" err="1">
                <a:solidFill>
                  <a:srgbClr val="C00000"/>
                </a:solidFill>
                <a:latin typeface="+mn-ea"/>
                <a:ea typeface="+mn-ea"/>
              </a:rPr>
              <a:t>xxxxxx</a:t>
            </a:r>
            <a:r>
              <a:rPr lang="zh-CN" altLang="en-US" sz="2200" b="1" dirty="0">
                <a:solidFill>
                  <a:srgbClr val="C00000"/>
                </a:solidFill>
                <a:latin typeface="+mn-ea"/>
                <a:ea typeface="+mn-ea"/>
              </a:rPr>
              <a:t>夏令营</a:t>
            </a:r>
          </a:p>
        </p:txBody>
      </p:sp>
      <p:sp>
        <p:nvSpPr>
          <p:cNvPr id="19463" name="矩形: 圆角 2">
            <a:extLst>
              <a:ext uri="{FF2B5EF4-FFF2-40B4-BE49-F238E27FC236}">
                <a16:creationId xmlns:a16="http://schemas.microsoft.com/office/drawing/2014/main" id="{B3B77376-1ADD-4958-9886-F3CFCC78D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8" y="141288"/>
            <a:ext cx="3089275" cy="995362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ea typeface="黑体" panose="02010609060101010101" pitchFamily="49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0D63E1D-E598-4136-8CBD-FE50021765A5}"/>
              </a:ext>
            </a:extLst>
          </p:cNvPr>
          <p:cNvSpPr txBox="1"/>
          <p:nvPr/>
        </p:nvSpPr>
        <p:spPr>
          <a:xfrm>
            <a:off x="2304584" y="1762125"/>
            <a:ext cx="6096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/>
              <a:t>Personal Summary</a:t>
            </a:r>
            <a:endParaRPr lang="zh-CN" altLang="en-US" sz="4000" b="1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BCA18B-5053-4264-97C4-37A77631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1.Personal Profile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04FFA-258B-4D79-9EB4-E6E016FA8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 </a:t>
            </a:r>
            <a:fld id="{142482A4-6018-4FA5-86B8-9BF3B7CE832F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6041C40B-1DF1-4064-A484-278DA20D4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820738"/>
            <a:ext cx="8459787" cy="203517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5F4139A7-0652-4AB4-B625-B14DA6EA7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3078163"/>
            <a:ext cx="8459787" cy="2035175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7" name="文本框 4">
            <a:extLst>
              <a:ext uri="{FF2B5EF4-FFF2-40B4-BE49-F238E27FC236}">
                <a16:creationId xmlns:a16="http://schemas.microsoft.com/office/drawing/2014/main" id="{9EDB4CA8-58E6-4CFF-B18E-4437C0B79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713" y="946150"/>
            <a:ext cx="1346200" cy="1782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1630FA0-D51A-4682-AF7B-67ACF806008A}"/>
              </a:ext>
            </a:extLst>
          </p:cNvPr>
          <p:cNvSpPr txBox="1"/>
          <p:nvPr/>
        </p:nvSpPr>
        <p:spPr>
          <a:xfrm>
            <a:off x="1995488" y="941891"/>
            <a:ext cx="7248293" cy="178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Born: 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Feb.03,1998 </a:t>
            </a:r>
            <a:r>
              <a:rPr lang="en-US" altLang="zh-CN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Birthplace: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Hunan Province</a:t>
            </a:r>
          </a:p>
          <a:p>
            <a:pPr>
              <a:lnSpc>
                <a:spcPct val="150000"/>
              </a:lnSpc>
            </a:pPr>
            <a:r>
              <a:rPr lang="en-US" altLang="zh-CN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Background:</a:t>
            </a: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2013-2016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xxxxxxxxxx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MiddleSchool</a:t>
            </a:r>
            <a:endParaRPr lang="en-US" altLang="zh-C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2016- present</a:t>
            </a:r>
            <a:r>
              <a:rPr lang="en-US" altLang="zh-CN" sz="1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Automobile Engineering, </a:t>
            </a:r>
            <a:r>
              <a:rPr lang="en-US" altLang="zh-CN" sz="1500" b="1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xxxxxUniversity</a:t>
            </a: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Technology</a:t>
            </a:r>
          </a:p>
          <a:p>
            <a:pPr>
              <a:lnSpc>
                <a:spcPct val="150000"/>
              </a:lnSpc>
            </a:pP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2020.2-6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Laboratory Internship Program, </a:t>
            </a: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Shibaura Institute of Technology 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Japan</a:t>
            </a:r>
          </a:p>
          <a:p>
            <a:pPr>
              <a:lnSpc>
                <a:spcPct val="150000"/>
              </a:lnSpc>
            </a:pPr>
            <a:r>
              <a:rPr lang="en-US" altLang="zh-CN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GPA: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 </a:t>
            </a:r>
            <a:r>
              <a:rPr lang="en-US" altLang="zh-CN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RANK: 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24%  </a:t>
            </a:r>
            <a:r>
              <a:rPr lang="en-US" altLang="zh-CN" sz="15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CET6: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452</a:t>
            </a:r>
            <a:endParaRPr lang="zh-CN" alt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99AD0E1-2501-404D-B101-2F09BC43D90A}"/>
              </a:ext>
            </a:extLst>
          </p:cNvPr>
          <p:cNvSpPr txBox="1"/>
          <p:nvPr/>
        </p:nvSpPr>
        <p:spPr>
          <a:xfrm>
            <a:off x="466725" y="3159512"/>
            <a:ext cx="8149451" cy="1782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motivated undergraduate in </a:t>
            </a: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Automotive Engineering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Frequent user of C, </a:t>
            </a:r>
            <a:r>
              <a:rPr lang="en-US" altLang="zh-CN" sz="15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Python, Visual Basic, LaTeX programming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learner of English attaining CET 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Excellent performance in academic competitions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5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Hopefully be exempt from examination for postgraduate study</a:t>
            </a:r>
            <a:endParaRPr lang="zh-CN" altLang="en-US" sz="1500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5">
            <a:extLst>
              <a:ext uri="{FF2B5EF4-FFF2-40B4-BE49-F238E27FC236}">
                <a16:creationId xmlns:a16="http://schemas.microsoft.com/office/drawing/2014/main" id="{CE3E32F5-553D-440B-94EF-C2B927032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</p:spTree>
    <p:extLst>
      <p:ext uri="{BB962C8B-B14F-4D97-AF65-F5344CB8AC3E}">
        <p14:creationId xmlns:p14="http://schemas.microsoft.com/office/powerpoint/2010/main" val="214844069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C6111-3813-46B1-A4A0-6F5815659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2.Honors and Awards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8CD287-54DB-45BF-B428-53A525C2FE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 </a:t>
            </a:r>
            <a:fld id="{142482A4-6018-4FA5-86B8-9BF3B7CE832F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B52FB896-F483-447F-88DC-3D329B8DB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820738"/>
            <a:ext cx="8459787" cy="436403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4E95F0-D07F-45AD-B8EC-36B7F581821A}"/>
              </a:ext>
            </a:extLst>
          </p:cNvPr>
          <p:cNvSpPr txBox="1"/>
          <p:nvPr/>
        </p:nvSpPr>
        <p:spPr>
          <a:xfrm>
            <a:off x="604830" y="943497"/>
            <a:ext cx="2453269" cy="205925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529E207-39BA-4F7B-AB36-F09355A81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838" y="1014072"/>
            <a:ext cx="2299255" cy="151353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23413C5-DA6B-4B1E-ABDF-5624FF2F30A4}"/>
              </a:ext>
            </a:extLst>
          </p:cNvPr>
          <p:cNvSpPr txBox="1"/>
          <p:nvPr/>
        </p:nvSpPr>
        <p:spPr>
          <a:xfrm>
            <a:off x="681838" y="2518541"/>
            <a:ext cx="2292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MCM: </a:t>
            </a: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Prize</a:t>
            </a:r>
          </a:p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“Flexible job Shop Scheduling"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8E8F24-C6B6-4883-AA2B-72CEF4911D7A}"/>
              </a:ext>
            </a:extLst>
          </p:cNvPr>
          <p:cNvSpPr txBox="1"/>
          <p:nvPr/>
        </p:nvSpPr>
        <p:spPr>
          <a:xfrm>
            <a:off x="3403786" y="943497"/>
            <a:ext cx="2453269" cy="205925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F9C21B9-1E9B-4332-8720-D03595121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794" y="1014072"/>
            <a:ext cx="2299255" cy="151353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2DFD94B-F2E8-470A-AF5C-9B9457DDE845}"/>
              </a:ext>
            </a:extLst>
          </p:cNvPr>
          <p:cNvSpPr txBox="1"/>
          <p:nvPr/>
        </p:nvSpPr>
        <p:spPr>
          <a:xfrm>
            <a:off x="3480794" y="2518541"/>
            <a:ext cx="2292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MCM: </a:t>
            </a: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Prize</a:t>
            </a:r>
          </a:p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“Flexible job Shop Scheduling"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0815BF-1C06-4E30-A60C-1090565694AF}"/>
              </a:ext>
            </a:extLst>
          </p:cNvPr>
          <p:cNvSpPr txBox="1"/>
          <p:nvPr/>
        </p:nvSpPr>
        <p:spPr>
          <a:xfrm>
            <a:off x="6202742" y="943497"/>
            <a:ext cx="2453269" cy="205925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C72756BD-FEF1-434E-B8D7-BF7CAE8C7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750" y="1014072"/>
            <a:ext cx="2299255" cy="151353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C6BCBC5-964E-46DE-9A85-B428F860F720}"/>
              </a:ext>
            </a:extLst>
          </p:cNvPr>
          <p:cNvSpPr txBox="1"/>
          <p:nvPr/>
        </p:nvSpPr>
        <p:spPr>
          <a:xfrm>
            <a:off x="6279750" y="2518541"/>
            <a:ext cx="2292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MCM: </a:t>
            </a: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Prize</a:t>
            </a:r>
          </a:p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“Flexible job Shop Scheduling"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C4552D-FE9A-4925-B269-59A3FD4FBA49}"/>
              </a:ext>
            </a:extLst>
          </p:cNvPr>
          <p:cNvSpPr txBox="1"/>
          <p:nvPr/>
        </p:nvSpPr>
        <p:spPr>
          <a:xfrm>
            <a:off x="675787" y="2973020"/>
            <a:ext cx="2453269" cy="205925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53C0C62-5DEA-462F-BBDE-C28B47897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95" y="3043595"/>
            <a:ext cx="2299255" cy="1513538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5D892C8F-16CC-4568-A14C-2B2FE3CEE0EC}"/>
              </a:ext>
            </a:extLst>
          </p:cNvPr>
          <p:cNvSpPr txBox="1"/>
          <p:nvPr/>
        </p:nvSpPr>
        <p:spPr>
          <a:xfrm>
            <a:off x="752795" y="4548064"/>
            <a:ext cx="2292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MCM: </a:t>
            </a: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Prize</a:t>
            </a:r>
          </a:p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“Flexible job Shop Scheduling"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5A13494-F5F9-4C41-AA2B-BCAABECDEDA9}"/>
              </a:ext>
            </a:extLst>
          </p:cNvPr>
          <p:cNvSpPr txBox="1"/>
          <p:nvPr/>
        </p:nvSpPr>
        <p:spPr>
          <a:xfrm>
            <a:off x="3397737" y="3002449"/>
            <a:ext cx="2453269" cy="205925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A2B0747-B34A-4B01-9256-2325810B2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45" y="3073024"/>
            <a:ext cx="2299255" cy="1513538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947B75A-DDF7-462D-91EF-C9E873A93EBB}"/>
              </a:ext>
            </a:extLst>
          </p:cNvPr>
          <p:cNvSpPr txBox="1"/>
          <p:nvPr/>
        </p:nvSpPr>
        <p:spPr>
          <a:xfrm>
            <a:off x="3474745" y="4577493"/>
            <a:ext cx="2292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MCM: </a:t>
            </a: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Prize</a:t>
            </a:r>
          </a:p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“Flexible job Shop Scheduling"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7D308A-E158-4FA0-8964-7E5D8A3D0B9C}"/>
              </a:ext>
            </a:extLst>
          </p:cNvPr>
          <p:cNvSpPr txBox="1"/>
          <p:nvPr/>
        </p:nvSpPr>
        <p:spPr>
          <a:xfrm>
            <a:off x="6204802" y="3002449"/>
            <a:ext cx="2453269" cy="205925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dirty="0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8162572-63B5-4860-9A07-63DE1C73A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1810" y="3073024"/>
            <a:ext cx="2299255" cy="1513538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9371CE5D-AA85-4183-9041-CB4891ED5628}"/>
              </a:ext>
            </a:extLst>
          </p:cNvPr>
          <p:cNvSpPr txBox="1"/>
          <p:nvPr/>
        </p:nvSpPr>
        <p:spPr>
          <a:xfrm>
            <a:off x="6281810" y="4577493"/>
            <a:ext cx="22923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National MCM: </a:t>
            </a:r>
            <a:r>
              <a:rPr lang="en-US" altLang="zh-CN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Prize</a:t>
            </a:r>
          </a:p>
          <a:p>
            <a:pPr algn="ctr"/>
            <a:r>
              <a:rPr lang="en-US" altLang="zh-CN" sz="11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“Flexible job Shop Scheduling"</a:t>
            </a:r>
            <a:endParaRPr lang="zh-CN" altLang="en-US" sz="11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11">
            <a:extLst>
              <a:ext uri="{FF2B5EF4-FFF2-40B4-BE49-F238E27FC236}">
                <a16:creationId xmlns:a16="http://schemas.microsoft.com/office/drawing/2014/main" id="{9B487D24-0112-44D6-9F8A-093F227A2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</p:spTree>
    <p:extLst>
      <p:ext uri="{BB962C8B-B14F-4D97-AF65-F5344CB8AC3E}">
        <p14:creationId xmlns:p14="http://schemas.microsoft.com/office/powerpoint/2010/main" val="325484629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图片 15">
            <a:extLst>
              <a:ext uri="{FF2B5EF4-FFF2-40B4-BE49-F238E27FC236}">
                <a16:creationId xmlns:a16="http://schemas.microsoft.com/office/drawing/2014/main" id="{2C98985E-3883-40A0-BBE7-2CF6F9D79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28575"/>
            <a:ext cx="84677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灯片编号占位符 2">
            <a:extLst>
              <a:ext uri="{FF2B5EF4-FFF2-40B4-BE49-F238E27FC236}">
                <a16:creationId xmlns:a16="http://schemas.microsoft.com/office/drawing/2014/main" id="{1993490A-ECDA-412B-97CE-55CA96FE1B9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E27892C0-3915-4C04-B55E-DBCC55D1C045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4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2532" name="矩形 40">
            <a:extLst>
              <a:ext uri="{FF2B5EF4-FFF2-40B4-BE49-F238E27FC236}">
                <a16:creationId xmlns:a16="http://schemas.microsoft.com/office/drawing/2014/main" id="{B198E260-8F5E-4D15-983C-D5668A32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22533" name="矩形 16">
            <a:extLst>
              <a:ext uri="{FF2B5EF4-FFF2-40B4-BE49-F238E27FC236}">
                <a16:creationId xmlns:a16="http://schemas.microsoft.com/office/drawing/2014/main" id="{24F37489-171D-4BC7-9D6F-A4EF8B56C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820738"/>
            <a:ext cx="8459787" cy="436403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4F4693A-F72D-4995-8E4B-92496AFDF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3001963"/>
            <a:ext cx="3182937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171AE94-D22B-478B-B1D8-725F8D843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63" y="2995613"/>
            <a:ext cx="2822575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图片 1">
            <a:extLst>
              <a:ext uri="{FF2B5EF4-FFF2-40B4-BE49-F238E27FC236}">
                <a16:creationId xmlns:a16="http://schemas.microsoft.com/office/drawing/2014/main" id="{F5481E99-C3EA-4E94-8FA9-85928C0BC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7" y="3068637"/>
            <a:ext cx="2757487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图片 3">
            <a:extLst>
              <a:ext uri="{FF2B5EF4-FFF2-40B4-BE49-F238E27FC236}">
                <a16:creationId xmlns:a16="http://schemas.microsoft.com/office/drawing/2014/main" id="{C9BE68CF-B37B-4B93-B4D5-CFAC8B866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13" y="957263"/>
            <a:ext cx="2617787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8" name="图片 4">
            <a:extLst>
              <a:ext uri="{FF2B5EF4-FFF2-40B4-BE49-F238E27FC236}">
                <a16:creationId xmlns:a16="http://schemas.microsoft.com/office/drawing/2014/main" id="{03D007AB-8235-4770-A234-FF6886FE8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988" y="957263"/>
            <a:ext cx="2938462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9" name="图片 5">
            <a:extLst>
              <a:ext uri="{FF2B5EF4-FFF2-40B4-BE49-F238E27FC236}">
                <a16:creationId xmlns:a16="http://schemas.microsoft.com/office/drawing/2014/main" id="{F9C8FB36-7879-4BC3-A96C-D3B92E2C3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0763" y="935038"/>
            <a:ext cx="2497137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0" name="矩形 11">
            <a:extLst>
              <a:ext uri="{FF2B5EF4-FFF2-40B4-BE49-F238E27FC236}">
                <a16:creationId xmlns:a16="http://schemas.microsoft.com/office/drawing/2014/main" id="{B4CCA2F6-8B52-4213-BBBA-37AEEF2DC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980D9-506D-414E-9AE5-01224213F1EF}"/>
              </a:ext>
            </a:extLst>
          </p:cNvPr>
          <p:cNvSpPr txBox="1"/>
          <p:nvPr/>
        </p:nvSpPr>
        <p:spPr>
          <a:xfrm>
            <a:off x="2986088" y="2254052"/>
            <a:ext cx="426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/>
                </a:solidFill>
              </a:rPr>
              <a:t>此页为参考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61F0C-6F43-4D47-A4FC-27D48EF2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3.Research Projects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F5CDDD-D71E-4296-8217-66394B02A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 </a:t>
            </a:r>
            <a:fld id="{142482A4-6018-4FA5-86B8-9BF3B7CE832F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1723AD-1687-43D1-8142-2520DAEAED44}"/>
              </a:ext>
            </a:extLst>
          </p:cNvPr>
          <p:cNvSpPr/>
          <p:nvPr/>
        </p:nvSpPr>
        <p:spPr>
          <a:xfrm>
            <a:off x="466725" y="659469"/>
            <a:ext cx="82073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</a:t>
            </a:r>
            <a:r>
              <a:rPr lang="zh-CN" alt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Novel SFLA for Dynamic Scheduling of the Flexible Robotic Cell</a:t>
            </a:r>
          </a:p>
        </p:txBody>
      </p:sp>
      <p:sp>
        <p:nvSpPr>
          <p:cNvPr id="8" name="矩形 29">
            <a:extLst>
              <a:ext uri="{FF2B5EF4-FFF2-40B4-BE49-F238E27FC236}">
                <a16:creationId xmlns:a16="http://schemas.microsoft.com/office/drawing/2014/main" id="{395DF86C-98B6-4B85-B1C5-8090743E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077913"/>
            <a:ext cx="5457825" cy="36830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10" name="矩形 29">
            <a:extLst>
              <a:ext uri="{FF2B5EF4-FFF2-40B4-BE49-F238E27FC236}">
                <a16:creationId xmlns:a16="http://schemas.microsoft.com/office/drawing/2014/main" id="{9F274F51-8EEA-4563-B737-DE5D3D644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" y="1070441"/>
            <a:ext cx="2744246" cy="36830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9661D6-51FB-40F8-BA49-00B88E794903}"/>
              </a:ext>
            </a:extLst>
          </p:cNvPr>
          <p:cNvSpPr txBox="1"/>
          <p:nvPr/>
        </p:nvSpPr>
        <p:spPr>
          <a:xfrm>
            <a:off x="0" y="4861932"/>
            <a:ext cx="9144000" cy="4001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DD2418-BB7B-488B-AA71-3AB7C0AB5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</p:spTree>
    <p:extLst>
      <p:ext uri="{BB962C8B-B14F-4D97-AF65-F5344CB8AC3E}">
        <p14:creationId xmlns:p14="http://schemas.microsoft.com/office/powerpoint/2010/main" val="370029869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71C1CB-B973-498B-B75A-4AA62395D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3" y="1109276"/>
            <a:ext cx="2883309" cy="3632848"/>
          </a:xfrm>
          <a:prstGeom prst="rect">
            <a:avLst/>
          </a:prstGeom>
        </p:spPr>
      </p:pic>
      <p:pic>
        <p:nvPicPr>
          <p:cNvPr id="24578" name="图片 22">
            <a:extLst>
              <a:ext uri="{FF2B5EF4-FFF2-40B4-BE49-F238E27FC236}">
                <a16:creationId xmlns:a16="http://schemas.microsoft.com/office/drawing/2014/main" id="{DB635459-9CCE-4789-B571-A57E2602D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22225"/>
            <a:ext cx="85852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灯片编号占位符 2">
            <a:extLst>
              <a:ext uri="{FF2B5EF4-FFF2-40B4-BE49-F238E27FC236}">
                <a16:creationId xmlns:a16="http://schemas.microsoft.com/office/drawing/2014/main" id="{191638CB-BE2C-4319-88C1-BEF4059700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889A6927-6A38-4927-85AE-40195F314C99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6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4580" name="矩形 40">
            <a:extLst>
              <a:ext uri="{FF2B5EF4-FFF2-40B4-BE49-F238E27FC236}">
                <a16:creationId xmlns:a16="http://schemas.microsoft.com/office/drawing/2014/main" id="{0A1494DB-059E-400F-BF54-5F8C6AF55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24581" name="矩形 29">
            <a:extLst>
              <a:ext uri="{FF2B5EF4-FFF2-40B4-BE49-F238E27FC236}">
                <a16:creationId xmlns:a16="http://schemas.microsoft.com/office/drawing/2014/main" id="{B26E3A03-57B4-4C90-82DA-A71582DED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1077913"/>
            <a:ext cx="5457825" cy="3683000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pic>
        <p:nvPicPr>
          <p:cNvPr id="24582" name="图片 7">
            <a:extLst>
              <a:ext uri="{FF2B5EF4-FFF2-40B4-BE49-F238E27FC236}">
                <a16:creationId xmlns:a16="http://schemas.microsoft.com/office/drawing/2014/main" id="{0EA96CDF-E51D-4120-AB82-FFDDA3E46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025" y="1146175"/>
            <a:ext cx="5095875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图片 8">
            <a:extLst>
              <a:ext uri="{FF2B5EF4-FFF2-40B4-BE49-F238E27FC236}">
                <a16:creationId xmlns:a16="http://schemas.microsoft.com/office/drawing/2014/main" id="{ECCFB29C-85E0-4E80-A2DD-0CF2ADA1A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113" y="3632200"/>
            <a:ext cx="4767262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D5E0486-2E5D-4AFB-96B7-8793307D5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73625"/>
            <a:ext cx="91440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3C5D391-4D27-4DD6-8788-381CEC2D8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2809050"/>
            <a:ext cx="2614613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7" name="矩形 10">
            <a:extLst>
              <a:ext uri="{FF2B5EF4-FFF2-40B4-BE49-F238E27FC236}">
                <a16:creationId xmlns:a16="http://schemas.microsoft.com/office/drawing/2014/main" id="{CA47D8CC-8D6C-42E0-9D94-2FA95989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6B13FA-587D-45F0-91D2-183E02E49751}"/>
              </a:ext>
            </a:extLst>
          </p:cNvPr>
          <p:cNvSpPr txBox="1"/>
          <p:nvPr/>
        </p:nvSpPr>
        <p:spPr>
          <a:xfrm>
            <a:off x="2207941" y="2249586"/>
            <a:ext cx="426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/>
                </a:solidFill>
              </a:rPr>
              <a:t>此页为参考</a:t>
            </a:r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2">
            <a:extLst>
              <a:ext uri="{FF2B5EF4-FFF2-40B4-BE49-F238E27FC236}">
                <a16:creationId xmlns:a16="http://schemas.microsoft.com/office/drawing/2014/main" id="{1E68F3BC-1C0B-4011-8337-3A667AA521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0FBEF7F8-BD19-44C4-838F-9E79492D4082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7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6627" name="矩形 40">
            <a:extLst>
              <a:ext uri="{FF2B5EF4-FFF2-40B4-BE49-F238E27FC236}">
                <a16:creationId xmlns:a16="http://schemas.microsoft.com/office/drawing/2014/main" id="{309497A5-3609-4740-9839-DB6DB435B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pic>
        <p:nvPicPr>
          <p:cNvPr id="26628" name="图片 8">
            <a:extLst>
              <a:ext uri="{FF2B5EF4-FFF2-40B4-BE49-F238E27FC236}">
                <a16:creationId xmlns:a16="http://schemas.microsoft.com/office/drawing/2014/main" id="{B88E647F-DEF0-4774-B43F-80C162B40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1046163"/>
            <a:ext cx="2535237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17E3649-A6AC-41C8-81D7-64E429534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1046163"/>
            <a:ext cx="6035675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BF3F3CD-FDD2-408B-B82B-4F5BFD7EC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3070225"/>
            <a:ext cx="603567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1" name="图片 28">
            <a:extLst>
              <a:ext uri="{FF2B5EF4-FFF2-40B4-BE49-F238E27FC236}">
                <a16:creationId xmlns:a16="http://schemas.microsoft.com/office/drawing/2014/main" id="{FEE3B469-9BA3-42B2-89DE-38B2953A3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22225"/>
            <a:ext cx="858520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2" name="矩形 7">
            <a:extLst>
              <a:ext uri="{FF2B5EF4-FFF2-40B4-BE49-F238E27FC236}">
                <a16:creationId xmlns:a16="http://schemas.microsoft.com/office/drawing/2014/main" id="{2EAA1456-E256-4D82-937E-B724753BC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6C8C60-34A3-4FB3-9DB2-796897D19AEE}"/>
              </a:ext>
            </a:extLst>
          </p:cNvPr>
          <p:cNvSpPr txBox="1"/>
          <p:nvPr/>
        </p:nvSpPr>
        <p:spPr>
          <a:xfrm>
            <a:off x="2207941" y="2249586"/>
            <a:ext cx="426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/>
                </a:solidFill>
              </a:rPr>
              <a:t>此页为参考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175855D8-DB79-4B10-AEF6-4467FFD1C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0" y="1244600"/>
            <a:ext cx="2303463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图片 23">
            <a:extLst>
              <a:ext uri="{FF2B5EF4-FFF2-40B4-BE49-F238E27FC236}">
                <a16:creationId xmlns:a16="http://schemas.microsoft.com/office/drawing/2014/main" id="{4B044847-2340-4BE1-96B9-70E8EEEE1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17463"/>
            <a:ext cx="85407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灯片编号占位符 2">
            <a:extLst>
              <a:ext uri="{FF2B5EF4-FFF2-40B4-BE49-F238E27FC236}">
                <a16:creationId xmlns:a16="http://schemas.microsoft.com/office/drawing/2014/main" id="{46227BFC-A3AF-427F-91F9-BFC9B958C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C0621505-49EA-411E-9B62-BA91F9BF40B2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8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28677" name="矩形 40">
            <a:extLst>
              <a:ext uri="{FF2B5EF4-FFF2-40B4-BE49-F238E27FC236}">
                <a16:creationId xmlns:a16="http://schemas.microsoft.com/office/drawing/2014/main" id="{C417FE70-C075-45D9-B346-6035BB65F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28678" name="矩形 14">
            <a:extLst>
              <a:ext uri="{FF2B5EF4-FFF2-40B4-BE49-F238E27FC236}">
                <a16:creationId xmlns:a16="http://schemas.microsoft.com/office/drawing/2014/main" id="{E5CA6301-6348-4D37-9EBB-2900C0F90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1077913"/>
            <a:ext cx="8461375" cy="3665537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9143170-6F12-4868-81EC-FDA82127B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37113"/>
            <a:ext cx="9144000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2A85D2C9-8078-431A-B542-51ABAB5DC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41425"/>
            <a:ext cx="3254375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104A5C1E-6018-4D1C-82F6-0F8AFC8D2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175" y="1238250"/>
            <a:ext cx="2736850" cy="177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A9E20419-C3A9-405D-9983-FC0F40CFA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2963863"/>
            <a:ext cx="3554412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9536093-7172-473C-A0F3-45989EB28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3076575"/>
            <a:ext cx="273685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1602C56-87B7-4370-B7EE-9F505582A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75" y="3116263"/>
            <a:ext cx="2049463" cy="163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5" name="矩形 12">
            <a:extLst>
              <a:ext uri="{FF2B5EF4-FFF2-40B4-BE49-F238E27FC236}">
                <a16:creationId xmlns:a16="http://schemas.microsoft.com/office/drawing/2014/main" id="{C3242220-64D3-438E-A02D-E220667E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DCAD662-F114-4569-A5D7-AD9C3524F91F}"/>
              </a:ext>
            </a:extLst>
          </p:cNvPr>
          <p:cNvSpPr txBox="1"/>
          <p:nvPr/>
        </p:nvSpPr>
        <p:spPr>
          <a:xfrm>
            <a:off x="2207941" y="2249586"/>
            <a:ext cx="426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/>
                </a:solidFill>
              </a:rPr>
              <a:t>此页为参考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2">
            <a:extLst>
              <a:ext uri="{FF2B5EF4-FFF2-40B4-BE49-F238E27FC236}">
                <a16:creationId xmlns:a16="http://schemas.microsoft.com/office/drawing/2014/main" id="{28DC1A2B-2C1B-4915-B0FE-78F9087EF8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176D5663-03A6-4406-9F23-560E6973F36C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9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0723" name="矩形 40">
            <a:extLst>
              <a:ext uri="{FF2B5EF4-FFF2-40B4-BE49-F238E27FC236}">
                <a16:creationId xmlns:a16="http://schemas.microsoft.com/office/drawing/2014/main" id="{08A413D3-B64D-42FF-82F7-F8133F0AE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pic>
        <p:nvPicPr>
          <p:cNvPr id="30724" name="图片 32">
            <a:extLst>
              <a:ext uri="{FF2B5EF4-FFF2-40B4-BE49-F238E27FC236}">
                <a16:creationId xmlns:a16="http://schemas.microsoft.com/office/drawing/2014/main" id="{9A06D03B-8988-4363-AAF9-6F1A194E2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17463"/>
            <a:ext cx="85407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25">
            <a:extLst>
              <a:ext uri="{FF2B5EF4-FFF2-40B4-BE49-F238E27FC236}">
                <a16:creationId xmlns:a16="http://schemas.microsoft.com/office/drawing/2014/main" id="{0409DB84-2D0C-4F99-990C-32BB1D74E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1073150"/>
            <a:ext cx="4638675" cy="118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A2BF4CE-E9D6-4CDD-BD54-162104E2C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268538"/>
            <a:ext cx="463867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25426A98-E756-4876-BE90-9BA037763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3687763"/>
            <a:ext cx="4646613" cy="162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19CAD3C2-0E37-4F56-8C6D-EBFC2FF603E7}"/>
              </a:ext>
            </a:extLst>
          </p:cNvPr>
          <p:cNvGrpSpPr>
            <a:grpSpLocks/>
          </p:cNvGrpSpPr>
          <p:nvPr/>
        </p:nvGrpSpPr>
        <p:grpSpPr bwMode="auto">
          <a:xfrm>
            <a:off x="341313" y="2308225"/>
            <a:ext cx="4551362" cy="1109663"/>
            <a:chOff x="3162465" y="2520860"/>
            <a:chExt cx="4551995" cy="1110592"/>
          </a:xfrm>
        </p:grpSpPr>
        <p:pic>
          <p:nvPicPr>
            <p:cNvPr id="30732" name="图片 13">
              <a:extLst>
                <a:ext uri="{FF2B5EF4-FFF2-40B4-BE49-F238E27FC236}">
                  <a16:creationId xmlns:a16="http://schemas.microsoft.com/office/drawing/2014/main" id="{4C144068-7C34-4594-923C-3135E7108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875"/>
            <a:stretch>
              <a:fillRect/>
            </a:stretch>
          </p:blipFill>
          <p:spPr bwMode="auto">
            <a:xfrm>
              <a:off x="3162465" y="2520860"/>
              <a:ext cx="2373037" cy="1110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733" name="图片 15">
              <a:extLst>
                <a:ext uri="{FF2B5EF4-FFF2-40B4-BE49-F238E27FC236}">
                  <a16:creationId xmlns:a16="http://schemas.microsoft.com/office/drawing/2014/main" id="{3CC93B7A-D6F6-4AE3-8E02-C05794A8BA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262" b="5899"/>
            <a:stretch>
              <a:fillRect/>
            </a:stretch>
          </p:blipFill>
          <p:spPr bwMode="auto">
            <a:xfrm>
              <a:off x="5341423" y="2552512"/>
              <a:ext cx="2373037" cy="10789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7E95D09B-B5F5-4C3A-94B6-409ADCDE7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61"/>
          <a:stretch>
            <a:fillRect/>
          </a:stretch>
        </p:blipFill>
        <p:spPr bwMode="auto">
          <a:xfrm>
            <a:off x="342900" y="3719513"/>
            <a:ext cx="4529138" cy="134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2A84115-4C09-41D7-97E9-B5CC9A66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88" y="1073150"/>
            <a:ext cx="3779837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1" name="矩形 12">
            <a:extLst>
              <a:ext uri="{FF2B5EF4-FFF2-40B4-BE49-F238E27FC236}">
                <a16:creationId xmlns:a16="http://schemas.microsoft.com/office/drawing/2014/main" id="{7B3F7611-B1CA-45F8-934B-F0F3BCE30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DB85B00-0D6F-4247-B35A-96CB665F182B}"/>
              </a:ext>
            </a:extLst>
          </p:cNvPr>
          <p:cNvSpPr txBox="1"/>
          <p:nvPr/>
        </p:nvSpPr>
        <p:spPr>
          <a:xfrm>
            <a:off x="2207941" y="2249586"/>
            <a:ext cx="42637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>
                <a:solidFill>
                  <a:schemeClr val="accent1"/>
                </a:solidFill>
              </a:rPr>
              <a:t>此页为参考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0E0604BC-07FF-4B73-AE58-39FE9EFB8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2062163"/>
            <a:ext cx="8529638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1" name="图片 10">
            <a:extLst>
              <a:ext uri="{FF2B5EF4-FFF2-40B4-BE49-F238E27FC236}">
                <a16:creationId xmlns:a16="http://schemas.microsoft.com/office/drawing/2014/main" id="{64809B30-AC91-4035-AAA4-C1C008D71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14288"/>
            <a:ext cx="85407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灯片编号占位符 2">
            <a:extLst>
              <a:ext uri="{FF2B5EF4-FFF2-40B4-BE49-F238E27FC236}">
                <a16:creationId xmlns:a16="http://schemas.microsoft.com/office/drawing/2014/main" id="{8C5D35CC-7EBB-4C76-98E9-9FABBB64556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6B396459-2C1B-4E57-8C3D-DE8A4C2DCC0A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10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2773" name="矩形 40">
            <a:extLst>
              <a:ext uri="{FF2B5EF4-FFF2-40B4-BE49-F238E27FC236}">
                <a16:creationId xmlns:a16="http://schemas.microsoft.com/office/drawing/2014/main" id="{F316B141-9AE7-497D-9C32-B7AADBEDD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348A519-198F-4CC0-AFE3-9A292723E872}"/>
              </a:ext>
            </a:extLst>
          </p:cNvPr>
          <p:cNvGrpSpPr>
            <a:grpSpLocks/>
          </p:cNvGrpSpPr>
          <p:nvPr/>
        </p:nvGrpSpPr>
        <p:grpSpPr bwMode="auto">
          <a:xfrm>
            <a:off x="317500" y="2416175"/>
            <a:ext cx="8509000" cy="2216150"/>
            <a:chOff x="337457" y="1892831"/>
            <a:chExt cx="8451995" cy="2216003"/>
          </a:xfrm>
        </p:grpSpPr>
        <p:pic>
          <p:nvPicPr>
            <p:cNvPr id="32776" name="图片 3">
              <a:extLst>
                <a:ext uri="{FF2B5EF4-FFF2-40B4-BE49-F238E27FC236}">
                  <a16:creationId xmlns:a16="http://schemas.microsoft.com/office/drawing/2014/main" id="{776BCC01-2586-473E-96A2-26C7B87446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5"/>
            <a:stretch>
              <a:fillRect/>
            </a:stretch>
          </p:blipFill>
          <p:spPr bwMode="auto">
            <a:xfrm>
              <a:off x="3226793" y="2105861"/>
              <a:ext cx="2606472" cy="1798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7" name="图片 5">
              <a:extLst>
                <a:ext uri="{FF2B5EF4-FFF2-40B4-BE49-F238E27FC236}">
                  <a16:creationId xmlns:a16="http://schemas.microsoft.com/office/drawing/2014/main" id="{398B8036-3BEE-4153-B655-200A504396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961" r="10504"/>
            <a:stretch>
              <a:fillRect/>
            </a:stretch>
          </p:blipFill>
          <p:spPr bwMode="auto">
            <a:xfrm>
              <a:off x="6015297" y="2092969"/>
              <a:ext cx="2625159" cy="181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778" name="图片 15">
              <a:extLst>
                <a:ext uri="{FF2B5EF4-FFF2-40B4-BE49-F238E27FC236}">
                  <a16:creationId xmlns:a16="http://schemas.microsoft.com/office/drawing/2014/main" id="{C4FD17AA-3E22-4E8B-AE12-5DA523508A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017"/>
            <a:stretch>
              <a:fillRect/>
            </a:stretch>
          </p:blipFill>
          <p:spPr bwMode="auto">
            <a:xfrm>
              <a:off x="443045" y="2093622"/>
              <a:ext cx="2606472" cy="1815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779" name="矩形 83">
              <a:extLst>
                <a:ext uri="{FF2B5EF4-FFF2-40B4-BE49-F238E27FC236}">
                  <a16:creationId xmlns:a16="http://schemas.microsoft.com/office/drawing/2014/main" id="{648D2C6B-C6AA-4260-BBB8-C9C72DA5C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457" y="1892831"/>
              <a:ext cx="8451995" cy="221600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bg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775" name="矩形 11">
            <a:extLst>
              <a:ext uri="{FF2B5EF4-FFF2-40B4-BE49-F238E27FC236}">
                <a16:creationId xmlns:a16="http://schemas.microsoft.com/office/drawing/2014/main" id="{8673B1B2-098A-4849-81C8-2F0E29A40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61F0C-6F43-4D47-A4FC-27D48EF2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4.Leadership Experience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F5CDDD-D71E-4296-8217-66394B02A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Page </a:t>
            </a:r>
            <a:fld id="{142482A4-6018-4FA5-86B8-9BF3B7CE832F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  <p:sp>
        <p:nvSpPr>
          <p:cNvPr id="8" name="矩形 29">
            <a:extLst>
              <a:ext uri="{FF2B5EF4-FFF2-40B4-BE49-F238E27FC236}">
                <a16:creationId xmlns:a16="http://schemas.microsoft.com/office/drawing/2014/main" id="{395DF86C-98B6-4B85-B1C5-8090743E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6" y="768871"/>
            <a:ext cx="8339138" cy="3992042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9661D6-51FB-40F8-BA49-00B88E794903}"/>
              </a:ext>
            </a:extLst>
          </p:cNvPr>
          <p:cNvSpPr txBox="1"/>
          <p:nvPr/>
        </p:nvSpPr>
        <p:spPr>
          <a:xfrm>
            <a:off x="0" y="4861932"/>
            <a:ext cx="9144000" cy="400110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DD2418-BB7B-488B-AA71-3AB7C0AB5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</p:spTree>
    <p:extLst>
      <p:ext uri="{BB962C8B-B14F-4D97-AF65-F5344CB8AC3E}">
        <p14:creationId xmlns:p14="http://schemas.microsoft.com/office/powerpoint/2010/main" val="442121422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图片 4">
            <a:extLst>
              <a:ext uri="{FF2B5EF4-FFF2-40B4-BE49-F238E27FC236}">
                <a16:creationId xmlns:a16="http://schemas.microsoft.com/office/drawing/2014/main" id="{3D878665-63E8-4474-B626-C501BBF8E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3" y="25400"/>
            <a:ext cx="84677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A2207DD-F794-4AA2-9440-E18FEB6F7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89500"/>
            <a:ext cx="9144000" cy="369888"/>
          </a:xfrm>
          <a:prstGeom prst="rect">
            <a:avLst/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latin typeface="Palatino Linotype" panose="02040502050505030304" pitchFamily="18" charset="0"/>
                <a:ea typeface="微软雅黑" panose="020B0503020204020204" pitchFamily="34" charset="-122"/>
              </a:rPr>
              <a:t>xxx </a:t>
            </a:r>
            <a:r>
              <a:rPr lang="en-US" altLang="zh-CN" b="1" dirty="0">
                <a:solidFill>
                  <a:srgbClr val="FFFF00"/>
                </a:solidFill>
                <a:latin typeface="Palatino Linotype" panose="02040502050505030304" pitchFamily="18" charset="0"/>
                <a:ea typeface="微软雅黑" panose="020B0503020204020204" pitchFamily="34" charset="-122"/>
              </a:rPr>
              <a:t>Technology Society </a:t>
            </a:r>
            <a:r>
              <a:rPr lang="en-US" altLang="zh-CN" b="1" dirty="0">
                <a:latin typeface="Palatino Linotype" panose="02040502050505030304" pitchFamily="18" charset="0"/>
                <a:ea typeface="微软雅黑" panose="020B0503020204020204" pitchFamily="34" charset="-122"/>
              </a:rPr>
              <a:t>&amp; xxx </a:t>
            </a:r>
            <a:r>
              <a:rPr lang="en-US" altLang="zh-CN" b="1" dirty="0">
                <a:solidFill>
                  <a:srgbClr val="FFFF00"/>
                </a:solidFill>
                <a:latin typeface="Palatino Linotype" panose="02040502050505030304" pitchFamily="18" charset="0"/>
                <a:ea typeface="微软雅黑" panose="020B0503020204020204" pitchFamily="34" charset="-122"/>
              </a:rPr>
              <a:t>Students Union </a:t>
            </a:r>
            <a:r>
              <a:rPr lang="en-US" altLang="zh-CN" b="1" dirty="0">
                <a:latin typeface="Palatino Linotype" panose="02040502050505030304" pitchFamily="18" charset="0"/>
                <a:ea typeface="微软雅黑" panose="020B0503020204020204" pitchFamily="34" charset="-122"/>
              </a:rPr>
              <a:t>&amp; XXX </a:t>
            </a:r>
            <a:r>
              <a:rPr lang="en-US" altLang="zh-CN" b="1" dirty="0">
                <a:solidFill>
                  <a:srgbClr val="FFFF00"/>
                </a:solidFill>
                <a:latin typeface="Palatino Linotype" panose="02040502050505030304" pitchFamily="18" charset="0"/>
                <a:ea typeface="微软雅黑" panose="020B0503020204020204" pitchFamily="34" charset="-122"/>
              </a:rPr>
              <a:t>Guitar Society</a:t>
            </a:r>
          </a:p>
        </p:txBody>
      </p:sp>
      <p:sp>
        <p:nvSpPr>
          <p:cNvPr id="34820" name="灯片编号占位符 2">
            <a:extLst>
              <a:ext uri="{FF2B5EF4-FFF2-40B4-BE49-F238E27FC236}">
                <a16:creationId xmlns:a16="http://schemas.microsoft.com/office/drawing/2014/main" id="{B7654F29-AD1D-48B8-8B4F-6D38940518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>
                <a:solidFill>
                  <a:srgbClr val="FFFFFF"/>
                </a:solidFill>
                <a:ea typeface="黑体" panose="02010609060101010101" pitchFamily="49" charset="-122"/>
              </a:rPr>
              <a:t>Page </a:t>
            </a:r>
            <a:fld id="{D2CA7A96-5EE0-4C85-A704-5BFC9924DCC9}" type="slidenum">
              <a:rPr lang="zh-CN" altLang="en-US" smtClean="0">
                <a:solidFill>
                  <a:srgbClr val="FFFFFF"/>
                </a:solidFill>
                <a:ea typeface="黑体" panose="02010609060101010101" pitchFamily="49" charset="-122"/>
              </a:rPr>
              <a:pPr eaLnBrk="0" hangingPunct="0"/>
              <a:t>12</a:t>
            </a:fld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34821" name="矩形 40">
            <a:extLst>
              <a:ext uri="{FF2B5EF4-FFF2-40B4-BE49-F238E27FC236}">
                <a16:creationId xmlns:a16="http://schemas.microsoft.com/office/drawing/2014/main" id="{59ABA087-C130-4533-A22B-69AFFEF11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10779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  <a:p>
            <a:pPr eaLnBrk="1" hangingPunct="1"/>
            <a:endParaRPr lang="zh-CN" altLang="en-US" sz="1400">
              <a:solidFill>
                <a:srgbClr val="C00000"/>
              </a:solidFill>
            </a:endParaRPr>
          </a:p>
        </p:txBody>
      </p:sp>
      <p:sp>
        <p:nvSpPr>
          <p:cNvPr id="34822" name="矩形 14">
            <a:extLst>
              <a:ext uri="{FF2B5EF4-FFF2-40B4-BE49-F238E27FC236}">
                <a16:creationId xmlns:a16="http://schemas.microsoft.com/office/drawing/2014/main" id="{E7780B00-A183-4B35-ADBE-A2950DBBF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13" y="819150"/>
            <a:ext cx="8461375" cy="3938588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F90DF4-A756-4035-A443-5D328C5CFAF6}"/>
              </a:ext>
            </a:extLst>
          </p:cNvPr>
          <p:cNvSpPr txBox="1"/>
          <p:nvPr/>
        </p:nvSpPr>
        <p:spPr>
          <a:xfrm>
            <a:off x="417513" y="6045200"/>
            <a:ext cx="8308975" cy="2678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hangingPunct="1">
              <a:defRPr/>
            </a:pPr>
            <a:r>
              <a:rPr lang="en-US" altLang="zh-CN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WUT Technology Society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Worked as the vice student president of the society with the mission to promote technological awareness and innovative ideas of students. 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Hosted 6 tech workshops on topics like Photoshop Using to Circuit Board Welding for freshmen who want to get started and develop their skills. </a:t>
            </a:r>
          </a:p>
          <a:p>
            <a:pPr algn="just" eaLnBrk="1" hangingPunct="1">
              <a:defRPr/>
            </a:pPr>
            <a:r>
              <a:rPr lang="en-US" altLang="zh-CN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WUT Students Union 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Worked as a member of Students’ Union Committee to address issues related to the students’ daily life.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Represented 36,000 students in our school, campaigning for change to improve their student experience and helping to set the strategic direction of the college logistical departments.</a:t>
            </a:r>
          </a:p>
          <a:p>
            <a:pPr algn="just" eaLnBrk="1" hangingPunct="1">
              <a:defRPr/>
            </a:pPr>
            <a:r>
              <a:rPr lang="en-US" altLang="zh-CN" sz="1400" b="1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WUT Guitar Society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Founded a band as the role of the tonic guitarist.</a:t>
            </a:r>
          </a:p>
          <a:p>
            <a:pPr marL="285750" indent="-285750" algn="just"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1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Performed in the WUT Rock Music Festival and various college galas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93C08D-A651-43A7-864A-F7E08E221A5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0" b="4526"/>
          <a:stretch/>
        </p:blipFill>
        <p:spPr>
          <a:xfrm>
            <a:off x="3944938" y="990600"/>
            <a:ext cx="1604962" cy="1747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44A95DD-3960-4524-85B4-02AA3B3F96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2894013"/>
            <a:ext cx="2301875" cy="172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AB9042F-DB32-4FB4-B826-9CD64D03355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7" t="9063"/>
          <a:stretch/>
        </p:blipFill>
        <p:spPr>
          <a:xfrm>
            <a:off x="2981325" y="2900363"/>
            <a:ext cx="3181350" cy="17351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26" name="Picture 2" descr="http://auto.whut.edu.cn/admin/ueditor/net/upload/image/20180331/6365812888823892642802064.jpg">
            <a:extLst>
              <a:ext uri="{FF2B5EF4-FFF2-40B4-BE49-F238E27FC236}">
                <a16:creationId xmlns:a16="http://schemas.microsoft.com/office/drawing/2014/main" id="{847F149F-84BB-4E59-B5AF-EFC8CFF489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9"/>
          <a:stretch/>
        </p:blipFill>
        <p:spPr bwMode="auto">
          <a:xfrm>
            <a:off x="5795963" y="981075"/>
            <a:ext cx="2832100" cy="1749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29A6AE7-41B4-4B01-BC45-CFA45BF34D1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88" y="2894013"/>
            <a:ext cx="2301875" cy="172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09E3A4C-AC84-42FB-B060-6B4826F03D0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2955"/>
          <a:stretch/>
        </p:blipFill>
        <p:spPr>
          <a:xfrm>
            <a:off x="515938" y="981075"/>
            <a:ext cx="3182937" cy="1747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830" name="矩形 13">
            <a:extLst>
              <a:ext uri="{FF2B5EF4-FFF2-40B4-BE49-F238E27FC236}">
                <a16:creationId xmlns:a16="http://schemas.microsoft.com/office/drawing/2014/main" id="{331DDC05-D389-4486-9F5B-C35A6E1D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8738" y="5300663"/>
            <a:ext cx="1358900" cy="393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tx1"/>
                </a:solidFill>
                <a:ea typeface="黑体" panose="02010609060101010101" pitchFamily="49" charset="-122"/>
              </a:rPr>
              <a:t>·</a:t>
            </a:r>
            <a:r>
              <a:rPr lang="zh-CN" altLang="en-US">
                <a:solidFill>
                  <a:schemeClr val="tx1"/>
                </a:solidFill>
                <a:ea typeface="黑体" panose="02010609060101010101" pitchFamily="49" charset="-122"/>
              </a:rPr>
              <a:t>插入学校徽章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B79A975-276D-466F-A3D5-A2876446EAE5}"/>
              </a:ext>
            </a:extLst>
          </p:cNvPr>
          <p:cNvSpPr txBox="1"/>
          <p:nvPr/>
        </p:nvSpPr>
        <p:spPr>
          <a:xfrm>
            <a:off x="0" y="2237678"/>
            <a:ext cx="9144000" cy="12493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normAutofit/>
          </a:bodyPr>
          <a:lstStyle/>
          <a:p>
            <a:pPr algn="ctr"/>
            <a:r>
              <a:rPr lang="en-US" altLang="zh-CN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zh-CN" altLang="en-US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图片 5">
            <a:extLst>
              <a:ext uri="{FF2B5EF4-FFF2-40B4-BE49-F238E27FC236}">
                <a16:creationId xmlns:a16="http://schemas.microsoft.com/office/drawing/2014/main" id="{3C6072F5-FD84-40CC-BE9D-F0C84A0B5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743075"/>
            <a:ext cx="8280400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ISPRING_RESOURCE_PATHS_HASH_PRESENTER" val="4d962be86208ffdd6a9e0901fa4e65ecee016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0.6|0.8|0.4|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6|0.5"/>
</p:tagLst>
</file>

<file path=ppt/theme/theme1.xml><?xml version="1.0" encoding="utf-8"?>
<a:theme xmlns:a="http://schemas.openxmlformats.org/drawingml/2006/main" name="中国南车">
  <a:themeElements>
    <a:clrScheme name="中国南车2">
      <a:dk1>
        <a:srgbClr val="000000"/>
      </a:dk1>
      <a:lt1>
        <a:srgbClr val="FFFFFF"/>
      </a:lt1>
      <a:dk2>
        <a:srgbClr val="4C4948"/>
      </a:dk2>
      <a:lt2>
        <a:srgbClr val="CFCFCF"/>
      </a:lt2>
      <a:accent1>
        <a:srgbClr val="C70019"/>
      </a:accent1>
      <a:accent2>
        <a:srgbClr val="4C4948"/>
      </a:accent2>
      <a:accent3>
        <a:srgbClr val="727171"/>
      </a:accent3>
      <a:accent4>
        <a:srgbClr val="AAA9A9"/>
      </a:accent4>
      <a:accent5>
        <a:srgbClr val="C6C6C6"/>
      </a:accent5>
      <a:accent6>
        <a:srgbClr val="E2E2E2"/>
      </a:accent6>
      <a:hlink>
        <a:srgbClr val="C70019"/>
      </a:hlink>
      <a:fo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gradFill rotWithShape="1">
          <a:gsLst>
            <a:gs pos="0">
              <a:schemeClr val="bg2"/>
            </a:gs>
            <a:gs pos="100000">
              <a:schemeClr val="bg2">
                <a:gamma/>
                <a:shade val="46275"/>
                <a:invGamma/>
              </a:schemeClr>
            </a:gs>
          </a:gsLst>
          <a:lin ang="5400000" scaled="1"/>
        </a:gradFill>
        <a:ln w="12700">
          <a:solidFill>
            <a:schemeClr val="tx1"/>
          </a:solidFill>
          <a:tailEnd type="arrow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中国南车 1">
        <a:dk1>
          <a:srgbClr val="000000"/>
        </a:dk1>
        <a:lt1>
          <a:srgbClr val="FFFFFF"/>
        </a:lt1>
        <a:dk2>
          <a:srgbClr val="000000"/>
        </a:dk2>
        <a:lt2>
          <a:srgbClr val="898989"/>
        </a:lt2>
        <a:accent1>
          <a:srgbClr val="0058B0"/>
        </a:accent1>
        <a:accent2>
          <a:srgbClr val="E60012"/>
        </a:accent2>
        <a:accent3>
          <a:srgbClr val="FFFFFF"/>
        </a:accent3>
        <a:accent4>
          <a:srgbClr val="000000"/>
        </a:accent4>
        <a:accent5>
          <a:srgbClr val="AAB4D4"/>
        </a:accent5>
        <a:accent6>
          <a:srgbClr val="D0000F"/>
        </a:accent6>
        <a:hlink>
          <a:srgbClr val="239AD6"/>
        </a:hlink>
        <a:folHlink>
          <a:srgbClr val="FDD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ersonal Summary（全英文）" id="{A0AB7151-D64E-40CA-BA7E-B3E5C339FB0E}" vid="{4245C61C-64B5-4D6F-B6A9-54C346A1F8FB}"/>
    </a:ext>
  </a:extLst>
</a:theme>
</file>

<file path=ppt/theme/theme2.xml><?xml version="1.0" encoding="utf-8"?>
<a:theme xmlns:a="http://schemas.openxmlformats.org/drawingml/2006/main" name="1_中国南车">
  <a:themeElements>
    <a:clrScheme name="中国南车2">
      <a:dk1>
        <a:srgbClr val="000000"/>
      </a:dk1>
      <a:lt1>
        <a:srgbClr val="FFFFFF"/>
      </a:lt1>
      <a:dk2>
        <a:srgbClr val="4C4948"/>
      </a:dk2>
      <a:lt2>
        <a:srgbClr val="CFCFCF"/>
      </a:lt2>
      <a:accent1>
        <a:srgbClr val="C70019"/>
      </a:accent1>
      <a:accent2>
        <a:srgbClr val="4C4948"/>
      </a:accent2>
      <a:accent3>
        <a:srgbClr val="727171"/>
      </a:accent3>
      <a:accent4>
        <a:srgbClr val="AAA9A9"/>
      </a:accent4>
      <a:accent5>
        <a:srgbClr val="C6C6C6"/>
      </a:accent5>
      <a:accent6>
        <a:srgbClr val="E2E2E2"/>
      </a:accent6>
      <a:hlink>
        <a:srgbClr val="C70019"/>
      </a:hlink>
      <a:folHlink>
        <a:srgbClr val="727171"/>
      </a:folHlink>
    </a:clrScheme>
    <a:fontScheme name="中国南车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bg2"/>
            </a:gs>
            <a:gs pos="100000">
              <a:schemeClr val="bg2">
                <a:gamma/>
                <a:shade val="46275"/>
                <a:invGamma/>
              </a:schemeClr>
            </a:gs>
          </a:gsLst>
          <a:lin ang="5400000" scaled="1"/>
        </a:gradFill>
        <a:ln>
          <a:noFill/>
        </a:ln>
        <a:effectLst/>
        <a:extLst>
          <a:ext uri="{91240B29-F687-4F45-9708-019B960494DF}">
            <a14:hiddenLine xmlns:a14="http://schemas.microsoft.com/office/drawing/2010/main" w="19050" cap="flat" cmpd="sng" algn="ctr">
              <a:solidFill>
                <a:srgbClr val="C0C0C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中国南车 1">
        <a:dk1>
          <a:srgbClr val="000000"/>
        </a:dk1>
        <a:lt1>
          <a:srgbClr val="FFFFFF"/>
        </a:lt1>
        <a:dk2>
          <a:srgbClr val="000000"/>
        </a:dk2>
        <a:lt2>
          <a:srgbClr val="898989"/>
        </a:lt2>
        <a:accent1>
          <a:srgbClr val="0058B0"/>
        </a:accent1>
        <a:accent2>
          <a:srgbClr val="E60012"/>
        </a:accent2>
        <a:accent3>
          <a:srgbClr val="FFFFFF"/>
        </a:accent3>
        <a:accent4>
          <a:srgbClr val="000000"/>
        </a:accent4>
        <a:accent5>
          <a:srgbClr val="AAB4D4"/>
        </a:accent5>
        <a:accent6>
          <a:srgbClr val="D0000F"/>
        </a:accent6>
        <a:hlink>
          <a:srgbClr val="239AD6"/>
        </a:hlink>
        <a:folHlink>
          <a:srgbClr val="FDD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ersonal Summary（全英文）" id="{A0AB7151-D64E-40CA-BA7E-B3E5C339FB0E}" vid="{E974B0C0-FBB9-42CB-890C-54BA35C6C869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Personal Summary（全英文）</Template>
  <TotalTime>71</TotalTime>
  <Words>509</Words>
  <Application>Microsoft Office PowerPoint</Application>
  <PresentationFormat>自定义</PresentationFormat>
  <Paragraphs>89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微软雅黑</vt:lpstr>
      <vt:lpstr>Arial</vt:lpstr>
      <vt:lpstr>Cambria</vt:lpstr>
      <vt:lpstr>Palatino Linotype</vt:lpstr>
      <vt:lpstr>Times New Roman</vt:lpstr>
      <vt:lpstr>Wingdings</vt:lpstr>
      <vt:lpstr>中国南车</vt:lpstr>
      <vt:lpstr>1_中国南车</vt:lpstr>
      <vt:lpstr>PowerPoint 演示文稿</vt:lpstr>
      <vt:lpstr>1.Personal Profile</vt:lpstr>
      <vt:lpstr>2.Honors and Awards</vt:lpstr>
      <vt:lpstr>PowerPoint 演示文稿</vt:lpstr>
      <vt:lpstr>3.Research Projects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4.Leadership Experience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 Yanlin</dc:creator>
  <cp:lastModifiedBy>金 彦林</cp:lastModifiedBy>
  <cp:revision>8</cp:revision>
  <dcterms:created xsi:type="dcterms:W3CDTF">2021-07-01T12:05:20Z</dcterms:created>
  <dcterms:modified xsi:type="dcterms:W3CDTF">2022-02-16T03:25:20Z</dcterms:modified>
</cp:coreProperties>
</file>