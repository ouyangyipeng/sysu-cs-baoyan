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476" r:id="rId3"/>
    <p:sldId id="477" r:id="rId5"/>
    <p:sldId id="478" r:id="rId6"/>
  </p:sldIdLst>
  <p:sldSz cx="9144000" cy="5143500" type="screen16x9"/>
  <p:notesSz cx="6858000" cy="9144000"/>
  <p:custDataLst>
    <p:tags r:id="rId11"/>
  </p:custDataLst>
  <p:defaultTextStyle>
    <a:defPPr>
      <a:defRPr lang="zh-CN"/>
    </a:defPPr>
    <a:lvl1pPr marL="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700"/>
    <a:srgbClr val="909090"/>
    <a:srgbClr val="454545"/>
    <a:srgbClr val="FF8607"/>
    <a:srgbClr val="282828"/>
    <a:srgbClr val="071F65"/>
    <a:srgbClr val="006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7" autoAdjust="0"/>
    <p:restoredTop sz="95494" autoAdjust="0"/>
  </p:normalViewPr>
  <p:slideViewPr>
    <p:cSldViewPr snapToGrid="0" snapToObjects="1">
      <p:cViewPr varScale="1">
        <p:scale>
          <a:sx n="144" d="100"/>
          <a:sy n="144" d="100"/>
        </p:scale>
        <p:origin x="420" y="120"/>
      </p:cViewPr>
      <p:guideLst>
        <p:guide orient="horz" pos="1587"/>
        <p:guide orient="horz" pos="657"/>
        <p:guide orient="horz" pos="2902"/>
        <p:guide pos="2901"/>
        <p:guide pos="373"/>
        <p:guide pos="53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3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18F8A-74B5-9148-A891-627592061A3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768D9-5829-CA4C-800C-5932EF9830F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6ACD6-F780-4A47-B5D9-D292A4BD6F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136860" y="4786900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 advClick="0" advTm="0">
    <p:wipe/>
  </p:transition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67970" indent="-267970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15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267970" indent="-267970" algn="just" defTabSz="685800" rtl="0" eaLnBrk="1" latinLnBrk="0" hangingPunct="1">
        <a:lnSpc>
          <a:spcPct val="130000"/>
        </a:lnSpc>
        <a:spcBef>
          <a:spcPts val="0"/>
        </a:spcBef>
        <a:spcAft>
          <a:spcPts val="45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2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pn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0" Type="http://schemas.openxmlformats.org/officeDocument/2006/relationships/notesSlide" Target="../notesSlides/notesSlide2.xml"/><Relationship Id="rId2" Type="http://schemas.openxmlformats.org/officeDocument/2006/relationships/image" Target="../media/image20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36.png"/><Relationship Id="rId17" Type="http://schemas.openxmlformats.org/officeDocument/2006/relationships/image" Target="../media/image35.png"/><Relationship Id="rId16" Type="http://schemas.openxmlformats.org/officeDocument/2006/relationships/image" Target="../media/image34.png"/><Relationship Id="rId15" Type="http://schemas.openxmlformats.org/officeDocument/2006/relationships/image" Target="../media/image33.png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50.png"/><Relationship Id="rId14" Type="http://schemas.openxmlformats.org/officeDocument/2006/relationships/image" Target="../media/image49.png"/><Relationship Id="rId13" Type="http://schemas.openxmlformats.org/officeDocument/2006/relationships/image" Target="../media/image48.png"/><Relationship Id="rId12" Type="http://schemas.openxmlformats.org/officeDocument/2006/relationships/image" Target="../media/image47.png"/><Relationship Id="rId11" Type="http://schemas.openxmlformats.org/officeDocument/2006/relationships/image" Target="../media/image46.png"/><Relationship Id="rId10" Type="http://schemas.openxmlformats.org/officeDocument/2006/relationships/image" Target="../media/image45.png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0" y="0"/>
          <a:ext cx="9145905" cy="5143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6255"/>
                <a:gridCol w="3041015"/>
                <a:gridCol w="3048635"/>
              </a:tblGrid>
              <a:tr h="85725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</a:tr>
              <a:tr h="85725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</a:tr>
              <a:tr h="85725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</a:tr>
              <a:tr h="85725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</a:tr>
              <a:tr h="85725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</a:tr>
              <a:tr h="85725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193" y="970226"/>
            <a:ext cx="2152381" cy="64761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190" y="1052545"/>
            <a:ext cx="2000000" cy="41904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41" y="970225"/>
            <a:ext cx="1923809" cy="59047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669" y="96534"/>
            <a:ext cx="2161905" cy="6666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715" y="161912"/>
            <a:ext cx="2295238" cy="53333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65" y="120391"/>
            <a:ext cx="2304762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571" y="4417542"/>
            <a:ext cx="2209524" cy="52381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07" y="4365162"/>
            <a:ext cx="2380952" cy="62857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06" y="3590966"/>
            <a:ext cx="2552381" cy="52381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74" y="2747940"/>
            <a:ext cx="2419048" cy="71428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70" y="1919200"/>
            <a:ext cx="2142857" cy="43809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190" y="1828892"/>
            <a:ext cx="1552381" cy="56190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143" y="2671749"/>
            <a:ext cx="2752381" cy="695238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079" y="3575815"/>
            <a:ext cx="1752381" cy="552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669" y="4378582"/>
            <a:ext cx="2133333" cy="657143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719" y="3590965"/>
            <a:ext cx="2000000" cy="590477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718" y="2747940"/>
            <a:ext cx="1885715" cy="542857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813" y="1804914"/>
            <a:ext cx="1809524" cy="666667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0" y="0"/>
          <a:ext cx="9144000" cy="5143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/>
                <a:gridCol w="3048000"/>
                <a:gridCol w="3048000"/>
              </a:tblGrid>
              <a:tr h="85725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</a:tr>
              <a:tr h="85725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</a:tr>
              <a:tr h="85725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</a:tr>
              <a:tr h="85725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</a:tr>
              <a:tr h="85725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</a:tr>
              <a:tr h="85725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80" y="4426094"/>
            <a:ext cx="2495238" cy="5238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86" y="2703774"/>
            <a:ext cx="2571428" cy="5714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42" y="3555409"/>
            <a:ext cx="1485714" cy="59047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6" y="1860810"/>
            <a:ext cx="2771429" cy="54285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14" y="970225"/>
            <a:ext cx="2028572" cy="59047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29" y="146309"/>
            <a:ext cx="2257143" cy="5238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576" y="3612552"/>
            <a:ext cx="1771429" cy="47619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434" y="2744594"/>
            <a:ext cx="2085714" cy="45714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386" y="1794142"/>
            <a:ext cx="2304762" cy="67619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812" y="970226"/>
            <a:ext cx="3047619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669" y="112975"/>
            <a:ext cx="2561905" cy="59047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143" y="106205"/>
            <a:ext cx="2485715" cy="590477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714" y="1856085"/>
            <a:ext cx="2228571" cy="628571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476" y="2778521"/>
            <a:ext cx="2419048" cy="45714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285" y="3555410"/>
            <a:ext cx="1904762" cy="628571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053" y="4397522"/>
            <a:ext cx="2038095" cy="580952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476" y="4426094"/>
            <a:ext cx="2133333" cy="600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858" y="970226"/>
            <a:ext cx="2714285" cy="704762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0" y="0"/>
          <a:ext cx="9144000" cy="5143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/>
                <a:gridCol w="3048000"/>
                <a:gridCol w="3048000"/>
              </a:tblGrid>
              <a:tr h="85725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</a:tr>
              <a:tr h="85725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</a:tr>
              <a:tr h="85725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</a:tr>
              <a:tr h="85725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</a:tr>
              <a:tr h="85725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 rowSpan="2" gridSpan="2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  <a:tc rowSpan="2" hMerge="1"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 vMerge="1" gridSpan="2"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 hMerge="1"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981" y="1057301"/>
            <a:ext cx="2780952" cy="4952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524" y="1043014"/>
            <a:ext cx="2180952" cy="42857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24" y="962062"/>
            <a:ext cx="1971428" cy="59047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457" y="117738"/>
            <a:ext cx="2400000" cy="58095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667" y="151071"/>
            <a:ext cx="2333333" cy="51428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24" y="151071"/>
            <a:ext cx="1895238" cy="51428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284" y="1852301"/>
            <a:ext cx="1771429" cy="58095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744" y="1757062"/>
            <a:ext cx="2476190" cy="7619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62" y="4383224"/>
            <a:ext cx="2333333" cy="62857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24" y="3574444"/>
            <a:ext cx="1923809" cy="59047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98" y="2711755"/>
            <a:ext cx="2561905" cy="65714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98" y="1842776"/>
            <a:ext cx="2533334" cy="59047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143" y="2675526"/>
            <a:ext cx="2152381" cy="609524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743" y="2723491"/>
            <a:ext cx="2209524" cy="533333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919393" y="3576073"/>
            <a:ext cx="4490357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1200" dirty="0"/>
              <a:t>所有校徽均为网上收集，请自行核对。</a:t>
            </a:r>
            <a:endParaRPr lang="zh-CN" altLang="en-US" sz="1200" dirty="0"/>
          </a:p>
        </p:txBody>
      </p:sp>
      <p:sp>
        <p:nvSpPr>
          <p:cNvPr id="20" name="文本框 19"/>
          <p:cNvSpPr txBox="1"/>
          <p:nvPr/>
        </p:nvSpPr>
        <p:spPr>
          <a:xfrm>
            <a:off x="3914550" y="3979622"/>
            <a:ext cx="4490357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1200" dirty="0"/>
              <a:t>以上校徽均为透明</a:t>
            </a:r>
            <a:r>
              <a:rPr lang="en-US" altLang="zh-CN" sz="1200" dirty="0"/>
              <a:t>PNG</a:t>
            </a:r>
            <a:r>
              <a:rPr lang="zh-CN" altLang="en-US" sz="1200" dirty="0"/>
              <a:t>格式，可以用于各色背景。</a:t>
            </a:r>
            <a:endParaRPr lang="zh-CN" altLang="en-US" sz="1200" dirty="0"/>
          </a:p>
        </p:txBody>
      </p:sp>
      <p:sp>
        <p:nvSpPr>
          <p:cNvPr id="21" name="文本框 20"/>
          <p:cNvSpPr txBox="1"/>
          <p:nvPr/>
        </p:nvSpPr>
        <p:spPr>
          <a:xfrm>
            <a:off x="3919393" y="4353554"/>
            <a:ext cx="4490357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/>
            <a:r>
              <a:rPr lang="zh-CN" altLang="en-US" sz="1200" dirty="0"/>
              <a:t>如果没有你需要的校徽，请前往学校官方网站或百度图片搜索。</a:t>
            </a:r>
            <a:endParaRPr lang="zh-CN" altLang="en-US" sz="1200" dirty="0"/>
          </a:p>
        </p:txBody>
      </p:sp>
      <p:sp>
        <p:nvSpPr>
          <p:cNvPr id="22" name="文本框 21"/>
          <p:cNvSpPr txBox="1"/>
          <p:nvPr/>
        </p:nvSpPr>
        <p:spPr>
          <a:xfrm>
            <a:off x="3438667" y="3391157"/>
            <a:ext cx="420386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3600" dirty="0">
                <a:solidFill>
                  <a:schemeClr val="accent6"/>
                </a:solidFill>
                <a:latin typeface="+mj-lt"/>
              </a:rPr>
              <a:t>1</a:t>
            </a:r>
            <a:endParaRPr lang="zh-CN" altLang="en-US" sz="36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438667" y="3794957"/>
            <a:ext cx="420386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3600" dirty="0">
                <a:solidFill>
                  <a:schemeClr val="accent6"/>
                </a:solidFill>
                <a:latin typeface="+mj-lt"/>
              </a:rPr>
              <a:t>2</a:t>
            </a:r>
            <a:endParaRPr lang="zh-CN" altLang="en-US" sz="36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438667" y="4200009"/>
            <a:ext cx="420386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3600" dirty="0">
                <a:solidFill>
                  <a:schemeClr val="accent6"/>
                </a:solidFill>
                <a:latin typeface="+mj-lt"/>
              </a:rPr>
              <a:t>3</a:t>
            </a:r>
            <a:endParaRPr lang="zh-CN" altLang="en-US" sz="36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0663" y="4766939"/>
            <a:ext cx="4490357" cy="25273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p>
            <a:r>
              <a:rPr lang="zh-CN" altLang="en-US" sz="1200" dirty="0"/>
              <a:t>如果只需要单独的校徽，可以使用裁剪工具进行裁切即可。</a:t>
            </a:r>
            <a:endParaRPr lang="zh-CN" altLang="en-US" sz="1200" dirty="0"/>
          </a:p>
        </p:txBody>
      </p:sp>
      <p:sp>
        <p:nvSpPr>
          <p:cNvPr id="3" name="文本框 2"/>
          <p:cNvSpPr txBox="1"/>
          <p:nvPr/>
        </p:nvSpPr>
        <p:spPr>
          <a:xfrm>
            <a:off x="3438667" y="4600694"/>
            <a:ext cx="420386" cy="62230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p>
            <a:r>
              <a:rPr lang="en-US" altLang="zh-CN" sz="3600" dirty="0">
                <a:solidFill>
                  <a:schemeClr val="accent6"/>
                </a:solidFill>
                <a:latin typeface="+mj-lt"/>
              </a:rPr>
              <a:t>4</a:t>
            </a:r>
            <a:endParaRPr lang="zh-CN" altLang="en-US" sz="3600" dirty="0">
              <a:solidFill>
                <a:schemeClr val="accent6"/>
              </a:solidFill>
              <a:latin typeface="+mj-lt"/>
            </a:endParaRPr>
          </a:p>
        </p:txBody>
      </p:sp>
    </p:spTree>
  </p:cSld>
  <p:clrMapOvr>
    <a:masterClrMapping/>
  </p:clrMapOvr>
  <p:transition spd="slow" advClick="0" advTm="0">
    <p:wipe/>
  </p:transition>
</p:sld>
</file>

<file path=ppt/tags/tag1.xml><?xml version="1.0" encoding="utf-8"?>
<p:tagLst xmlns:p="http://schemas.openxmlformats.org/presentationml/2006/main">
  <p:tag name="KSO_WM_UNIT_TABLE_BEAUTIFY" val="smartTable{a61e403b-0c58-4e5d-9d60-a70d3c216214}"/>
  <p:tag name="TABLE_ENDDRAG_ORIGIN_RECT" val="720*404"/>
  <p:tag name="TABLE_ENDDRAG_RECT" val="0*0*720*405"/>
</p:tagLst>
</file>

<file path=ppt/tags/tag2.xml><?xml version="1.0" encoding="utf-8"?>
<p:tagLst xmlns:p="http://schemas.openxmlformats.org/presentationml/2006/main">
  <p:tag name="KSO_WM_UNIT_TABLE_BEAUTIFY" val="smartTable{1129fdd0-360a-4f03-87f8-01dfdca7d9ec}"/>
</p:tagLst>
</file>

<file path=ppt/tags/tag3.xml><?xml version="1.0" encoding="utf-8"?>
<p:tagLst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A000120140627A33KPBG</Template>
  <TotalTime>0</TotalTime>
  <Words>98</Words>
  <Application>WPS 演示</Application>
  <PresentationFormat>全屏显示(16:9)</PresentationFormat>
  <Paragraphs>16</Paragraphs>
  <Slides>3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Arial Black</vt:lpstr>
      <vt:lpstr>Wingdings 2</vt:lpstr>
      <vt:lpstr>幼圆</vt:lpstr>
      <vt:lpstr>Calibri</vt:lpstr>
      <vt:lpstr>Arial Unicode MS</vt:lpstr>
      <vt:lpstr>A000120140530A99PPBG</vt:lpstr>
      <vt:lpstr>PowerPoint 演示文稿</vt:lpstr>
      <vt:lpstr>PowerPoint 演示文稿</vt:lpstr>
      <vt:lpstr>PowerPoint 演示文稿</vt:lpstr>
    </vt:vector>
  </TitlesOfParts>
  <Company>号百公司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Titan</dc:creator>
  <cp:lastModifiedBy>LL</cp:lastModifiedBy>
  <cp:revision>458</cp:revision>
  <dcterms:created xsi:type="dcterms:W3CDTF">2014-06-03T07:56:00Z</dcterms:created>
  <dcterms:modified xsi:type="dcterms:W3CDTF">2021-05-16T06:05:39Z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ED825F15484A44F09E62669866DDDFBB</vt:lpwstr>
  </property>
</Properties>
</file>