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71" r:id="rId4"/>
    <p:sldMasterId id="2147483681" r:id="rId5"/>
  </p:sldMasterIdLst>
  <p:notesMasterIdLst>
    <p:notesMasterId r:id="rId7"/>
  </p:notesMasterIdLst>
  <p:handoutMasterIdLst>
    <p:handoutMasterId r:id="rId22"/>
  </p:handoutMasterIdLst>
  <p:sldIdLst>
    <p:sldId id="767" r:id="rId6"/>
    <p:sldId id="783" r:id="rId8"/>
    <p:sldId id="784" r:id="rId9"/>
    <p:sldId id="766" r:id="rId10"/>
    <p:sldId id="772" r:id="rId11"/>
    <p:sldId id="768" r:id="rId12"/>
    <p:sldId id="775" r:id="rId13"/>
    <p:sldId id="769" r:id="rId14"/>
    <p:sldId id="776" r:id="rId15"/>
    <p:sldId id="777" r:id="rId16"/>
    <p:sldId id="781" r:id="rId17"/>
    <p:sldId id="782" r:id="rId18"/>
    <p:sldId id="778" r:id="rId19"/>
    <p:sldId id="773" r:id="rId20"/>
    <p:sldId id="779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汤 智凯" initials="汤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2F4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9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1F39B-A7D0-4352-91F2-7F1684BF61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1C6B1-9930-4312-92B8-168777BB2A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64CC1-45B4-45D2-8F81-996873B4FF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09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759A4C-68ED-4E62-98B5-77B64756E1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3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3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8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1029244" y="1"/>
            <a:ext cx="677333" cy="911575"/>
          </a:xfrm>
          <a:prstGeom prst="rect">
            <a:avLst/>
          </a:prstGeom>
          <a:gradFill flip="none" rotWithShape="1">
            <a:gsLst>
              <a:gs pos="0">
                <a:srgbClr val="335485">
                  <a:shade val="30000"/>
                  <a:satMod val="115000"/>
                </a:srgbClr>
              </a:gs>
              <a:gs pos="50000">
                <a:srgbClr val="335485">
                  <a:shade val="67500"/>
                  <a:satMod val="115000"/>
                </a:srgbClr>
              </a:gs>
              <a:gs pos="100000">
                <a:srgbClr val="33548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911575"/>
            <a:ext cx="12192000" cy="0"/>
          </a:xfrm>
          <a:prstGeom prst="line">
            <a:avLst/>
          </a:prstGeom>
          <a:ln>
            <a:solidFill>
              <a:srgbClr val="375D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5"/>
          <p:cNvSpPr/>
          <p:nvPr userDrawn="1"/>
        </p:nvSpPr>
        <p:spPr bwMode="auto">
          <a:xfrm rot="5400000">
            <a:off x="300398" y="215822"/>
            <a:ext cx="360445" cy="37008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9" name="Freeform 5"/>
          <p:cNvSpPr/>
          <p:nvPr userDrawn="1"/>
        </p:nvSpPr>
        <p:spPr bwMode="auto">
          <a:xfrm rot="5400000">
            <a:off x="555456" y="364089"/>
            <a:ext cx="360445" cy="370081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0" name="Freeform 5"/>
          <p:cNvSpPr/>
          <p:nvPr userDrawn="1"/>
        </p:nvSpPr>
        <p:spPr bwMode="auto">
          <a:xfrm rot="5400000">
            <a:off x="2416744" y="6165863"/>
            <a:ext cx="284144" cy="291739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4233233" y="6119423"/>
            <a:ext cx="284144" cy="291739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2" name="Freeform 5"/>
          <p:cNvSpPr/>
          <p:nvPr userDrawn="1"/>
        </p:nvSpPr>
        <p:spPr bwMode="auto">
          <a:xfrm rot="5400000">
            <a:off x="8411771" y="6409435"/>
            <a:ext cx="284144" cy="291739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3" name="Freeform 5"/>
          <p:cNvSpPr/>
          <p:nvPr userDrawn="1"/>
        </p:nvSpPr>
        <p:spPr bwMode="auto">
          <a:xfrm rot="5400000">
            <a:off x="1002372" y="6408148"/>
            <a:ext cx="284144" cy="291739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4" name="Freeform 5"/>
          <p:cNvSpPr/>
          <p:nvPr userDrawn="1"/>
        </p:nvSpPr>
        <p:spPr bwMode="auto">
          <a:xfrm rot="5400000">
            <a:off x="6358493" y="6317096"/>
            <a:ext cx="284144" cy="291739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5" name="Freeform 5"/>
          <p:cNvSpPr/>
          <p:nvPr userDrawn="1"/>
        </p:nvSpPr>
        <p:spPr bwMode="auto">
          <a:xfrm rot="5400000">
            <a:off x="11225836" y="6209515"/>
            <a:ext cx="284147" cy="29174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3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13" y="1435104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43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7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7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C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blinds dir="vert"/>
      </p:transition>
    </mc:Choice>
    <mc:Fallback>
      <p:transition spd="slow" advTm="0">
        <p:blinds dir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909638"/>
            <a:ext cx="12192000" cy="460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0953750" y="0"/>
            <a:ext cx="674158" cy="909638"/>
          </a:xfrm>
          <a:prstGeom prst="rect">
            <a:avLst/>
          </a:prstGeom>
          <a:gradFill flip="none" rotWithShape="1">
            <a:gsLst>
              <a:gs pos="0">
                <a:srgbClr val="335485">
                  <a:shade val="30000"/>
                  <a:satMod val="115000"/>
                </a:srgbClr>
              </a:gs>
              <a:gs pos="50000">
                <a:srgbClr val="335485">
                  <a:shade val="67500"/>
                  <a:satMod val="115000"/>
                </a:srgbClr>
              </a:gs>
              <a:gs pos="100000">
                <a:srgbClr val="33548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5"/>
          <p:cNvSpPr/>
          <p:nvPr userDrawn="1"/>
        </p:nvSpPr>
        <p:spPr bwMode="auto">
          <a:xfrm rot="5400000">
            <a:off x="330073" y="304741"/>
            <a:ext cx="270334" cy="27756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3" name="Freeform 5"/>
          <p:cNvSpPr/>
          <p:nvPr userDrawn="1"/>
        </p:nvSpPr>
        <p:spPr bwMode="auto">
          <a:xfrm rot="5400000">
            <a:off x="521367" y="415941"/>
            <a:ext cx="270334" cy="277561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4" name="Freeform 5"/>
          <p:cNvSpPr/>
          <p:nvPr userDrawn="1"/>
        </p:nvSpPr>
        <p:spPr bwMode="auto">
          <a:xfrm rot="5400000">
            <a:off x="2834238" y="6118726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5" name="Freeform 5"/>
          <p:cNvSpPr/>
          <p:nvPr userDrawn="1"/>
        </p:nvSpPr>
        <p:spPr bwMode="auto">
          <a:xfrm rot="5400000">
            <a:off x="5054227" y="6169298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6" name="Freeform 5"/>
          <p:cNvSpPr/>
          <p:nvPr userDrawn="1"/>
        </p:nvSpPr>
        <p:spPr bwMode="auto">
          <a:xfrm rot="5400000">
            <a:off x="9352855" y="6389468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7" name="Freeform 5"/>
          <p:cNvSpPr/>
          <p:nvPr userDrawn="1"/>
        </p:nvSpPr>
        <p:spPr bwMode="auto">
          <a:xfrm rot="5400000">
            <a:off x="875604" y="6396786"/>
            <a:ext cx="213108" cy="218804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8" name="Freeform 5"/>
          <p:cNvSpPr/>
          <p:nvPr userDrawn="1"/>
        </p:nvSpPr>
        <p:spPr bwMode="auto">
          <a:xfrm rot="5400000">
            <a:off x="7493020" y="6382406"/>
            <a:ext cx="213108" cy="218804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9" name="Freeform 5"/>
          <p:cNvSpPr/>
          <p:nvPr userDrawn="1"/>
        </p:nvSpPr>
        <p:spPr bwMode="auto">
          <a:xfrm rot="5400000">
            <a:off x="11212689" y="6290230"/>
            <a:ext cx="213110" cy="218806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909638"/>
            <a:ext cx="12192000" cy="460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0953750" y="0"/>
            <a:ext cx="674158" cy="909638"/>
          </a:xfrm>
          <a:prstGeom prst="rect">
            <a:avLst/>
          </a:prstGeom>
          <a:gradFill flip="none" rotWithShape="1">
            <a:gsLst>
              <a:gs pos="0">
                <a:srgbClr val="335485">
                  <a:shade val="30000"/>
                  <a:satMod val="115000"/>
                </a:srgbClr>
              </a:gs>
              <a:gs pos="50000">
                <a:srgbClr val="335485">
                  <a:shade val="67500"/>
                  <a:satMod val="115000"/>
                </a:srgbClr>
              </a:gs>
              <a:gs pos="100000">
                <a:srgbClr val="33548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5"/>
          <p:cNvSpPr/>
          <p:nvPr userDrawn="1"/>
        </p:nvSpPr>
        <p:spPr bwMode="auto">
          <a:xfrm rot="5400000">
            <a:off x="330073" y="304741"/>
            <a:ext cx="270334" cy="27756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3" name="Freeform 5"/>
          <p:cNvSpPr/>
          <p:nvPr userDrawn="1"/>
        </p:nvSpPr>
        <p:spPr bwMode="auto">
          <a:xfrm rot="5400000">
            <a:off x="521367" y="415941"/>
            <a:ext cx="270334" cy="277561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909638"/>
            <a:ext cx="12192000" cy="460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0953750" y="0"/>
            <a:ext cx="674158" cy="909638"/>
          </a:xfrm>
          <a:prstGeom prst="rect">
            <a:avLst/>
          </a:prstGeom>
          <a:gradFill flip="none" rotWithShape="1">
            <a:gsLst>
              <a:gs pos="0">
                <a:srgbClr val="335485">
                  <a:shade val="30000"/>
                  <a:satMod val="115000"/>
                </a:srgbClr>
              </a:gs>
              <a:gs pos="50000">
                <a:srgbClr val="335485">
                  <a:shade val="67500"/>
                  <a:satMod val="115000"/>
                </a:srgbClr>
              </a:gs>
              <a:gs pos="100000">
                <a:srgbClr val="33548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5"/>
          <p:cNvSpPr/>
          <p:nvPr userDrawn="1"/>
        </p:nvSpPr>
        <p:spPr bwMode="auto">
          <a:xfrm rot="5400000">
            <a:off x="330073" y="304741"/>
            <a:ext cx="270334" cy="27756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3" name="Freeform 5"/>
          <p:cNvSpPr/>
          <p:nvPr userDrawn="1"/>
        </p:nvSpPr>
        <p:spPr bwMode="auto">
          <a:xfrm rot="5400000">
            <a:off x="521367" y="415941"/>
            <a:ext cx="270334" cy="277561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5" name="Freeform 5"/>
          <p:cNvSpPr/>
          <p:nvPr userDrawn="1"/>
        </p:nvSpPr>
        <p:spPr bwMode="auto">
          <a:xfrm rot="5400000">
            <a:off x="5054227" y="6169298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6" name="Freeform 5"/>
          <p:cNvSpPr/>
          <p:nvPr userDrawn="1"/>
        </p:nvSpPr>
        <p:spPr bwMode="auto">
          <a:xfrm rot="5400000">
            <a:off x="9352855" y="6389468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8" name="Freeform 5"/>
          <p:cNvSpPr/>
          <p:nvPr userDrawn="1"/>
        </p:nvSpPr>
        <p:spPr bwMode="auto">
          <a:xfrm rot="5400000">
            <a:off x="7493020" y="6382406"/>
            <a:ext cx="213108" cy="218804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9" name="Freeform 5"/>
          <p:cNvSpPr/>
          <p:nvPr userDrawn="1"/>
        </p:nvSpPr>
        <p:spPr bwMode="auto">
          <a:xfrm rot="5400000">
            <a:off x="11212689" y="6290230"/>
            <a:ext cx="213110" cy="218806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12315" y="4381691"/>
            <a:ext cx="4967371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姓名：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XXX           </a:t>
            </a:r>
            <a:r>
              <a:rPr kumimoji="0" lang="zh-CN" altLang="en-US" sz="2400" b="1" i="0" u="none" strike="noStrike" kern="1200" cap="none" spc="0" normalizeH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Calibri" panose="020F0502020204030204" pitchFamily="34" charset="0"/>
              </a:rPr>
              <a:t>本科学校：</a:t>
            </a:r>
            <a:r>
              <a:rPr kumimoji="0" lang="en-US" altLang="zh-CN" sz="2400" b="1" i="0" u="none" strike="noStrike" kern="1200" cap="none" spc="0" normalizeH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Calibri" panose="020F0502020204030204" pitchFamily="34" charset="0"/>
              </a:rPr>
              <a:t>XXXX</a:t>
            </a:r>
            <a:endParaRPr kumimoji="0" lang="zh-CN" altLang="en-US" sz="2400" b="1" i="0" u="none" strike="noStrike" kern="1200" cap="none" spc="0" normalizeH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48192" y="5607051"/>
            <a:ext cx="2170857" cy="6718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algn="ctr">
              <a:lnSpc>
                <a:spcPct val="150000"/>
              </a:lnSpc>
              <a:buClrTx/>
              <a:buSzTx/>
              <a:buFont typeface="Arial" panose="020B0604020202020204" pitchFamily="34" charset="0"/>
              <a:defRPr kumimoji="0" sz="2540" b="1" strike="noStrike" cap="none" spc="0" normalizeH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600"/>
            </a:lvl2pPr>
            <a:lvl3pPr marL="1143000" indent="-228600">
              <a:defRPr sz="1600"/>
            </a:lvl3pPr>
            <a:lvl4pPr marL="1600200" indent="-228600">
              <a:defRPr sz="1600"/>
            </a:lvl4pPr>
            <a:lvl5pPr marL="2057400" indent="-228600">
              <a:defRPr sz="1600"/>
            </a:lvl5pPr>
            <a:lvl6pPr marL="2514600" indent="-228600" eaLnBrk="0" hangingPunct="0">
              <a:defRPr sz="1600"/>
            </a:lvl6pPr>
            <a:lvl7pPr marL="2971800" indent="-228600" eaLnBrk="0" hangingPunct="0">
              <a:defRPr sz="1600"/>
            </a:lvl7pPr>
            <a:lvl8pPr marL="3429000" indent="-228600" eaLnBrk="0" hangingPunct="0">
              <a:defRPr sz="1600"/>
            </a:lvl8pPr>
            <a:lvl9pPr marL="3886200" indent="-228600" eaLnBrk="0" hangingPunct="0">
              <a:defRPr sz="1600"/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202X.0X.0X</a:t>
            </a:r>
            <a:endParaRPr kumimoji="0" lang="zh-CN" altLang="en-US" sz="2800" b="1" i="0" u="none" strike="noStrike" kern="1200" cap="none" spc="0" normalizeH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577134" y="2131369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15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456713" y="2131369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18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</a:t>
              </a:r>
              <a:endPara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336292" y="2131369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21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展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215871" y="2131369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24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示</a:t>
              </a:r>
              <a:endParaRPr kumimoji="0" lang="zh-CN" altLang="zh-CN" sz="5400" b="1" i="0" u="none" strike="noStrike" kern="1200" cap="none" spc="225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6" name="文本框 10"/>
          <p:cNvSpPr txBox="1"/>
          <p:nvPr/>
        </p:nvSpPr>
        <p:spPr>
          <a:xfrm>
            <a:off x="758250" y="153311"/>
            <a:ext cx="3835386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XXXX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大学保研面试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7350" y="1303338"/>
            <a:ext cx="4540250" cy="6102350"/>
            <a:chOff x="63500" y="1484313"/>
            <a:chExt cx="4540250" cy="6102350"/>
          </a:xfrm>
        </p:grpSpPr>
        <p:sp>
          <p:nvSpPr>
            <p:cNvPr id="78" name="淘宝店chenying0907出品 181"/>
            <p:cNvSpPr/>
            <p:nvPr/>
          </p:nvSpPr>
          <p:spPr>
            <a:xfrm>
              <a:off x="142875" y="1484313"/>
              <a:ext cx="1225550" cy="1227138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36000">
                  <a:sysClr val="window" lastClr="FFFFFF"/>
                </a:gs>
                <a:gs pos="100000">
                  <a:srgbClr val="C7C7C7"/>
                </a:gs>
              </a:gsLst>
              <a:lin ang="13500000" scaled="1"/>
              <a:tileRect/>
            </a:gradFill>
            <a:ln w="19050" cap="flat" cmpd="sng" algn="ctr">
              <a:solidFill>
                <a:sysClr val="window" lastClr="FFFFFF"/>
              </a:solidFill>
              <a:prstDash val="solid"/>
            </a:ln>
            <a:effectLst>
              <a:outerShdw blurRad="419100" dist="571500" dir="2700000" sx="90000" sy="90000" algn="tl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淘宝店chenying0907出品 182"/>
            <p:cNvSpPr/>
            <p:nvPr/>
          </p:nvSpPr>
          <p:spPr>
            <a:xfrm>
              <a:off x="2833688" y="2133600"/>
              <a:ext cx="858838" cy="85725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36000">
                  <a:sysClr val="window" lastClr="FFFFFF"/>
                </a:gs>
                <a:gs pos="100000">
                  <a:srgbClr val="C7C7C7"/>
                </a:gs>
              </a:gsLst>
              <a:lin ang="13500000" scaled="1"/>
              <a:tileRect/>
            </a:gra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19100" dist="571500" dir="2700000" sx="90000" sy="90000" algn="tl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淘宝店chenying0907出品 183"/>
            <p:cNvSpPr/>
            <p:nvPr/>
          </p:nvSpPr>
          <p:spPr>
            <a:xfrm>
              <a:off x="63500" y="5159375"/>
              <a:ext cx="1031875" cy="1031875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36000">
                  <a:sysClr val="window" lastClr="FFFFFF"/>
                </a:gs>
                <a:gs pos="100000">
                  <a:srgbClr val="C7C7C7"/>
                </a:gs>
              </a:gsLst>
              <a:lin ang="13500000" scaled="1"/>
              <a:tileRect/>
            </a:gradFill>
            <a:ln w="22225" cap="flat" cmpd="sng" algn="ctr">
              <a:solidFill>
                <a:sysClr val="window" lastClr="FFFFFF"/>
              </a:solidFill>
              <a:prstDash val="solid"/>
            </a:ln>
            <a:effectLst>
              <a:outerShdw blurRad="419100" dist="571500" dir="2700000" sx="90000" sy="90000" algn="tl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淘宝店chenying0907出品 275"/>
            <p:cNvSpPr/>
            <p:nvPr/>
          </p:nvSpPr>
          <p:spPr>
            <a:xfrm>
              <a:off x="179388" y="3789363"/>
              <a:ext cx="515938" cy="515938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36000">
                  <a:sysClr val="window" lastClr="FFFFFF"/>
                </a:gs>
                <a:gs pos="100000">
                  <a:srgbClr val="C7C7C7"/>
                </a:gs>
              </a:gsLst>
              <a:lin ang="13500000" scaled="1"/>
              <a:tileRect/>
            </a:gradFill>
            <a:ln w="22225" cap="flat" cmpd="sng" algn="ctr">
              <a:solidFill>
                <a:sysClr val="window" lastClr="FFFFFF"/>
              </a:solidFill>
              <a:prstDash val="solid"/>
            </a:ln>
            <a:effectLst>
              <a:outerShdw blurRad="419100" dist="571500" dir="2700000" sx="90000" sy="90000" algn="tl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145" name="淘宝店chenying0907出品 167"/>
            <p:cNvGrpSpPr/>
            <p:nvPr/>
          </p:nvGrpSpPr>
          <p:grpSpPr>
            <a:xfrm>
              <a:off x="935038" y="2890838"/>
              <a:ext cx="3668712" cy="4695825"/>
              <a:chOff x="3706622" y="1702991"/>
              <a:chExt cx="2056861" cy="2632003"/>
            </a:xfrm>
          </p:grpSpPr>
          <p:sp>
            <p:nvSpPr>
              <p:cNvPr id="123" name="淘宝店chenying0907出品 168"/>
              <p:cNvSpPr/>
              <p:nvPr/>
            </p:nvSpPr>
            <p:spPr>
              <a:xfrm>
                <a:off x="3706622" y="1735827"/>
                <a:ext cx="1730756" cy="1730756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ln w="1905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368300" dist="139700" dir="27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lIns="68580" tIns="34290" rIns="68580" bIns="3429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圆角淘宝店chenying0907出品 169"/>
              <p:cNvSpPr/>
              <p:nvPr/>
            </p:nvSpPr>
            <p:spPr>
              <a:xfrm rot="2700000">
                <a:off x="3664932" y="2236443"/>
                <a:ext cx="2632003" cy="156509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ysClr val="windowText" lastClr="000000">
                      <a:alpha val="40000"/>
                    </a:sysClr>
                  </a:gs>
                  <a:gs pos="100000">
                    <a:srgbClr val="F2F2F2">
                      <a:alpha val="0"/>
                    </a:srgb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>
                <a:softEdge rad="63500"/>
              </a:effectLst>
            </p:spPr>
            <p:txBody>
              <a:bodyPr lIns="68580" tIns="34290" rIns="68580" bIns="3429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淘宝店chenying0907出品 170"/>
              <p:cNvSpPr/>
              <p:nvPr/>
            </p:nvSpPr>
            <p:spPr>
              <a:xfrm>
                <a:off x="3841016" y="1870272"/>
                <a:ext cx="1462321" cy="1461927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</a:gradFill>
              <a:ln w="25400" cap="flat" cmpd="sng" algn="ctr">
                <a:noFill/>
                <a:prstDash val="solid"/>
              </a:ln>
              <a:effectLst>
                <a:outerShdw blurRad="304800" dist="1270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lIns="68580" tIns="34290" rIns="68580" bIns="3429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淘宝店chenying0907出品 44"/>
              <p:cNvSpPr/>
              <p:nvPr/>
            </p:nvSpPr>
            <p:spPr bwMode="auto">
              <a:xfrm>
                <a:off x="5233915" y="2785867"/>
                <a:ext cx="13350" cy="18686"/>
              </a:xfrm>
              <a:custGeom>
                <a:avLst/>
                <a:gdLst>
                  <a:gd name="T0" fmla="*/ 1 w 3"/>
                  <a:gd name="T1" fmla="*/ 0 h 4"/>
                  <a:gd name="T2" fmla="*/ 0 w 3"/>
                  <a:gd name="T3" fmla="*/ 1 h 4"/>
                  <a:gd name="T4" fmla="*/ 0 w 3"/>
                  <a:gd name="T5" fmla="*/ 2 h 4"/>
                  <a:gd name="T6" fmla="*/ 1 w 3"/>
                  <a:gd name="T7" fmla="*/ 3 h 4"/>
                  <a:gd name="T8" fmla="*/ 1 w 3"/>
                  <a:gd name="T9" fmla="*/ 4 h 4"/>
                  <a:gd name="T10" fmla="*/ 2 w 3"/>
                  <a:gd name="T11" fmla="*/ 4 h 4"/>
                  <a:gd name="T12" fmla="*/ 2 w 3"/>
                  <a:gd name="T13" fmla="*/ 3 h 4"/>
                  <a:gd name="T14" fmla="*/ 3 w 3"/>
                  <a:gd name="T15" fmla="*/ 2 h 4"/>
                  <a:gd name="T16" fmla="*/ 2 w 3"/>
                  <a:gd name="T17" fmla="*/ 1 h 4"/>
                  <a:gd name="T18" fmla="*/ 2 w 3"/>
                  <a:gd name="T19" fmla="*/ 1 h 4"/>
                  <a:gd name="T20" fmla="*/ 1 w 3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3"/>
                      <a:pt x="3" y="2"/>
                    </a:cubicBezTo>
                    <a:cubicBezTo>
                      <a:pt x="3" y="2"/>
                      <a:pt x="2" y="2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</a:path>
                </a:pathLst>
              </a:custGeom>
              <a:solidFill>
                <a:sysClr val="window" lastClr="FFFFFF">
                  <a:lumMod val="65000"/>
                  <a:alpha val="50000"/>
                </a:sys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1729060" y="3878310"/>
              <a:ext cx="1511952" cy="102861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6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目 录</a:t>
              </a:r>
              <a:endParaRPr kumimoji="0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976937" y="2070100"/>
            <a:ext cx="3762343" cy="2875374"/>
            <a:chOff x="5510212" y="2270125"/>
            <a:chExt cx="3762343" cy="2875374"/>
          </a:xfrm>
        </p:grpSpPr>
        <p:grpSp>
          <p:nvGrpSpPr>
            <p:cNvPr id="2" name="组合 1"/>
            <p:cNvGrpSpPr/>
            <p:nvPr/>
          </p:nvGrpSpPr>
          <p:grpSpPr>
            <a:xfrm>
              <a:off x="5510212" y="2270125"/>
              <a:ext cx="3762343" cy="539739"/>
              <a:chOff x="5510212" y="2270125"/>
              <a:chExt cx="3762343" cy="539739"/>
            </a:xfrm>
          </p:grpSpPr>
          <p:grpSp>
            <p:nvGrpSpPr>
              <p:cNvPr id="5127" name="淘宝店chenying0907出品 44"/>
              <p:cNvGrpSpPr/>
              <p:nvPr/>
            </p:nvGrpSpPr>
            <p:grpSpPr>
              <a:xfrm>
                <a:off x="5510212" y="2270125"/>
                <a:ext cx="1364876" cy="539739"/>
                <a:chOff x="4935715" y="1778260"/>
                <a:chExt cx="910013" cy="360000"/>
              </a:xfrm>
            </p:grpSpPr>
            <p:cxnSp>
              <p:nvCxnSpPr>
                <p:cNvPr id="5128" name="淘宝店chenying0907出品 93"/>
                <p:cNvCxnSpPr/>
                <p:nvPr/>
              </p:nvCxnSpPr>
              <p:spPr>
                <a:xfrm>
                  <a:off x="5845728" y="1778260"/>
                  <a:ext cx="0" cy="360000"/>
                </a:xfrm>
                <a:prstGeom prst="line">
                  <a:avLst/>
                </a:prstGeom>
                <a:ln w="6350" cap="flat" cmpd="sng">
                  <a:solidFill>
                    <a:srgbClr val="4D4D4D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5129" name="淘宝店chenying0907出品 85"/>
                <p:cNvGrpSpPr/>
                <p:nvPr/>
              </p:nvGrpSpPr>
              <p:grpSpPr>
                <a:xfrm>
                  <a:off x="4935715" y="1780963"/>
                  <a:ext cx="822743" cy="354595"/>
                  <a:chOff x="6225354" y="2411080"/>
                  <a:chExt cx="1096990" cy="472793"/>
                </a:xfrm>
              </p:grpSpPr>
              <p:grpSp>
                <p:nvGrpSpPr>
                  <p:cNvPr id="5169" name="淘宝店chenying0907出品 86"/>
                  <p:cNvGrpSpPr/>
                  <p:nvPr/>
                </p:nvGrpSpPr>
                <p:grpSpPr>
                  <a:xfrm>
                    <a:off x="6225354" y="2411080"/>
                    <a:ext cx="1096990" cy="472793"/>
                    <a:chOff x="2207939" y="2018653"/>
                    <a:chExt cx="6978844" cy="1220496"/>
                  </a:xfrm>
                </p:grpSpPr>
                <p:sp>
                  <p:nvSpPr>
                    <p:cNvPr id="86" name="圆角淘宝店chenying0907出品 88"/>
                    <p:cNvSpPr/>
                    <p:nvPr/>
                  </p:nvSpPr>
                  <p:spPr>
                    <a:xfrm>
                      <a:off x="2207939" y="2018653"/>
                      <a:ext cx="6978844" cy="12204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50000"/>
                      </a:schemeClr>
                    </a:solidFill>
                    <a:ln w="31750" cap="flat" cmpd="sng" algn="ctr">
                      <a:gradFill flip="none" rotWithShape="1">
                        <a:gsLst>
                          <a:gs pos="0">
                            <a:srgbClr val="CDCDCD"/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</a:ln>
                    <a:effectLst>
                      <a:innerShdw blurRad="127000" dist="63500" dir="13500000">
                        <a:sysClr val="windowText" lastClr="000000">
                          <a:lumMod val="65000"/>
                          <a:lumOff val="35000"/>
                          <a:alpha val="49000"/>
                        </a:sysClr>
                      </a:inn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87" name="圆角淘宝店chenying0907出品 89"/>
                    <p:cNvSpPr/>
                    <p:nvPr/>
                  </p:nvSpPr>
                  <p:spPr>
                    <a:xfrm>
                      <a:off x="2252045" y="2038293"/>
                      <a:ext cx="2901718" cy="115141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" lastClr="FFFFFF">
                        <a:lumMod val="95000"/>
                      </a:sysClr>
                    </a:solidFill>
                    <a:ln w="50800" cap="flat" cmpd="sng" algn="ctr">
                      <a:noFill/>
                      <a:prstDash val="solid"/>
                    </a:ln>
                    <a:effectLst>
                      <a:outerShdw blurRad="50800" dist="12700" dir="2700000" algn="tl" rotWithShape="0">
                        <a:sysClr val="windowText" lastClr="000000">
                          <a:lumMod val="65000"/>
                          <a:lumOff val="35000"/>
                          <a:alpha val="60000"/>
                        </a:sys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softEdge">
                      <a:bevelT w="57150" h="12700" prst="angle"/>
                    </a:sp3d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85" name="淘宝店chenying0907出品 87"/>
                  <p:cNvSpPr/>
                  <p:nvPr/>
                </p:nvSpPr>
                <p:spPr>
                  <a:xfrm>
                    <a:off x="6784212" y="2471007"/>
                    <a:ext cx="465715" cy="3543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0" cap="none" spc="75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01</a:t>
                    </a:r>
                    <a:endPara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88" name="TextBox 87"/>
              <p:cNvSpPr txBox="1"/>
              <p:nvPr/>
            </p:nvSpPr>
            <p:spPr>
              <a:xfrm>
                <a:off x="7010397" y="2338388"/>
                <a:ext cx="2262158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30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个人基本信息</a:t>
                </a:r>
                <a:endParaRPr kumimoji="0" lang="zh-CN" altLang="en-US" sz="2400" b="1" i="0" u="none" strike="noStrike" kern="1200" cap="none" spc="30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5510212" y="3049188"/>
              <a:ext cx="3762343" cy="549377"/>
              <a:chOff x="5510212" y="3049188"/>
              <a:chExt cx="3762343" cy="549377"/>
            </a:xfrm>
          </p:grpSpPr>
          <p:sp>
            <p:nvSpPr>
              <p:cNvPr id="96" name="TextBox 95"/>
              <p:cNvSpPr txBox="1"/>
              <p:nvPr/>
            </p:nvSpPr>
            <p:spPr>
              <a:xfrm>
                <a:off x="7010397" y="3136900"/>
                <a:ext cx="2262158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30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学科竞赛经历</a:t>
                </a:r>
                <a:endParaRPr kumimoji="0" lang="zh-CN" altLang="en-US" sz="2400" b="1" i="0" u="none" strike="noStrike" kern="1200" cap="none" spc="30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133" name="淘宝店chenying0907出品 239"/>
              <p:cNvGrpSpPr/>
              <p:nvPr/>
            </p:nvGrpSpPr>
            <p:grpSpPr>
              <a:xfrm>
                <a:off x="5510212" y="3049188"/>
                <a:ext cx="1364876" cy="539739"/>
                <a:chOff x="4935715" y="1778260"/>
                <a:chExt cx="910013" cy="360000"/>
              </a:xfrm>
            </p:grpSpPr>
            <p:cxnSp>
              <p:nvCxnSpPr>
                <p:cNvPr id="5134" name="淘宝店chenying0907出品 241"/>
                <p:cNvCxnSpPr/>
                <p:nvPr/>
              </p:nvCxnSpPr>
              <p:spPr>
                <a:xfrm>
                  <a:off x="5845728" y="1778260"/>
                  <a:ext cx="0" cy="360000"/>
                </a:xfrm>
                <a:prstGeom prst="line">
                  <a:avLst/>
                </a:prstGeom>
                <a:ln w="6350" cap="flat" cmpd="sng">
                  <a:solidFill>
                    <a:srgbClr val="4D4D4D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5135" name="淘宝店chenying0907出品 242"/>
                <p:cNvGrpSpPr/>
                <p:nvPr/>
              </p:nvGrpSpPr>
              <p:grpSpPr>
                <a:xfrm>
                  <a:off x="4935715" y="1780963"/>
                  <a:ext cx="822743" cy="354595"/>
                  <a:chOff x="6225354" y="2411080"/>
                  <a:chExt cx="1096990" cy="472793"/>
                </a:xfrm>
              </p:grpSpPr>
              <p:grpSp>
                <p:nvGrpSpPr>
                  <p:cNvPr id="5159" name="淘宝店chenying0907出品 243"/>
                  <p:cNvGrpSpPr/>
                  <p:nvPr/>
                </p:nvGrpSpPr>
                <p:grpSpPr>
                  <a:xfrm>
                    <a:off x="6225354" y="2411080"/>
                    <a:ext cx="1096990" cy="472793"/>
                    <a:chOff x="2207939" y="2018653"/>
                    <a:chExt cx="6978844" cy="1220496"/>
                  </a:xfrm>
                </p:grpSpPr>
                <p:sp>
                  <p:nvSpPr>
                    <p:cNvPr id="94" name="圆角淘宝店chenying0907出品 245"/>
                    <p:cNvSpPr/>
                    <p:nvPr/>
                  </p:nvSpPr>
                  <p:spPr>
                    <a:xfrm>
                      <a:off x="2207939" y="2018653"/>
                      <a:ext cx="6978844" cy="12204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2"/>
                    </a:solidFill>
                    <a:ln w="31750" cap="flat" cmpd="sng" algn="ctr">
                      <a:gradFill flip="none" rotWithShape="1">
                        <a:gsLst>
                          <a:gs pos="0">
                            <a:srgbClr val="CDCDCD"/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</a:ln>
                    <a:effectLst>
                      <a:innerShdw blurRad="127000" dist="63500" dir="13500000">
                        <a:sysClr val="windowText" lastClr="000000">
                          <a:lumMod val="65000"/>
                          <a:lumOff val="35000"/>
                          <a:alpha val="49000"/>
                        </a:sysClr>
                      </a:inn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95" name="圆角淘宝店chenying0907出品 246"/>
                    <p:cNvSpPr/>
                    <p:nvPr/>
                  </p:nvSpPr>
                  <p:spPr>
                    <a:xfrm>
                      <a:off x="2252045" y="2038293"/>
                      <a:ext cx="2901718" cy="115141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" lastClr="FFFFFF">
                        <a:lumMod val="95000"/>
                      </a:sysClr>
                    </a:solidFill>
                    <a:ln w="50800" cap="flat" cmpd="sng" algn="ctr">
                      <a:noFill/>
                      <a:prstDash val="solid"/>
                    </a:ln>
                    <a:effectLst>
                      <a:outerShdw blurRad="50800" dist="12700" dir="2700000" algn="tl" rotWithShape="0">
                        <a:sysClr val="windowText" lastClr="000000">
                          <a:lumMod val="65000"/>
                          <a:lumOff val="35000"/>
                          <a:alpha val="60000"/>
                        </a:sys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softEdge">
                      <a:bevelT w="57150" h="12700" prst="angle"/>
                    </a:sp3d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93" name="淘宝店chenying0907出品 244"/>
                  <p:cNvSpPr/>
                  <p:nvPr/>
                </p:nvSpPr>
                <p:spPr>
                  <a:xfrm>
                    <a:off x="6784212" y="2477009"/>
                    <a:ext cx="465715" cy="35294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0" cap="none" spc="75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02</a:t>
                    </a:r>
                    <a:endPara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4" name="组合 3"/>
            <p:cNvGrpSpPr/>
            <p:nvPr/>
          </p:nvGrpSpPr>
          <p:grpSpPr>
            <a:xfrm>
              <a:off x="5510212" y="3827474"/>
              <a:ext cx="3762343" cy="539739"/>
              <a:chOff x="5510212" y="3827474"/>
              <a:chExt cx="3762343" cy="539739"/>
            </a:xfrm>
          </p:grpSpPr>
          <p:grpSp>
            <p:nvGrpSpPr>
              <p:cNvPr id="5138" name="淘宝店chenying0907出品 248"/>
              <p:cNvGrpSpPr/>
              <p:nvPr/>
            </p:nvGrpSpPr>
            <p:grpSpPr>
              <a:xfrm>
                <a:off x="5510212" y="3827474"/>
                <a:ext cx="1364876" cy="539739"/>
                <a:chOff x="4935715" y="1778260"/>
                <a:chExt cx="910013" cy="360000"/>
              </a:xfrm>
            </p:grpSpPr>
            <p:cxnSp>
              <p:nvCxnSpPr>
                <p:cNvPr id="5139" name="淘宝店chenying0907出品 250"/>
                <p:cNvCxnSpPr/>
                <p:nvPr/>
              </p:nvCxnSpPr>
              <p:spPr>
                <a:xfrm>
                  <a:off x="5845728" y="1778260"/>
                  <a:ext cx="0" cy="360000"/>
                </a:xfrm>
                <a:prstGeom prst="line">
                  <a:avLst/>
                </a:prstGeom>
                <a:ln w="6350" cap="flat" cmpd="sng">
                  <a:solidFill>
                    <a:srgbClr val="4D4D4D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5140" name="淘宝店chenying0907出品 251"/>
                <p:cNvGrpSpPr/>
                <p:nvPr/>
              </p:nvGrpSpPr>
              <p:grpSpPr>
                <a:xfrm>
                  <a:off x="4935715" y="1780963"/>
                  <a:ext cx="822743" cy="354595"/>
                  <a:chOff x="6225354" y="2411080"/>
                  <a:chExt cx="1096990" cy="472793"/>
                </a:xfrm>
              </p:grpSpPr>
              <p:grpSp>
                <p:nvGrpSpPr>
                  <p:cNvPr id="5149" name="淘宝店chenying0907出品 252"/>
                  <p:cNvGrpSpPr/>
                  <p:nvPr/>
                </p:nvGrpSpPr>
                <p:grpSpPr>
                  <a:xfrm>
                    <a:off x="6225354" y="2411080"/>
                    <a:ext cx="1096990" cy="472793"/>
                    <a:chOff x="2207939" y="2018653"/>
                    <a:chExt cx="6978844" cy="1220496"/>
                  </a:xfrm>
                </p:grpSpPr>
                <p:sp>
                  <p:nvSpPr>
                    <p:cNvPr id="102" name="圆角淘宝店chenying0907出品 254"/>
                    <p:cNvSpPr/>
                    <p:nvPr/>
                  </p:nvSpPr>
                  <p:spPr>
                    <a:xfrm>
                      <a:off x="2207939" y="2018653"/>
                      <a:ext cx="6978844" cy="12204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2">
                        <a:lumMod val="75000"/>
                      </a:schemeClr>
                    </a:solidFill>
                    <a:ln w="31750" cap="flat" cmpd="sng" algn="ctr">
                      <a:gradFill flip="none" rotWithShape="1">
                        <a:gsLst>
                          <a:gs pos="0">
                            <a:srgbClr val="CDCDCD"/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</a:ln>
                    <a:effectLst>
                      <a:innerShdw blurRad="127000" dist="63500" dir="13500000">
                        <a:sysClr val="windowText" lastClr="000000">
                          <a:lumMod val="65000"/>
                          <a:lumOff val="35000"/>
                          <a:alpha val="49000"/>
                        </a:sysClr>
                      </a:inn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3" name="圆角淘宝店chenying0907出品 255"/>
                    <p:cNvSpPr/>
                    <p:nvPr/>
                  </p:nvSpPr>
                  <p:spPr>
                    <a:xfrm>
                      <a:off x="2252045" y="2038293"/>
                      <a:ext cx="2901718" cy="115141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" lastClr="FFFFFF">
                        <a:lumMod val="95000"/>
                      </a:sysClr>
                    </a:solidFill>
                    <a:ln w="50800" cap="flat" cmpd="sng" algn="ctr">
                      <a:noFill/>
                      <a:prstDash val="solid"/>
                    </a:ln>
                    <a:effectLst>
                      <a:outerShdw blurRad="50800" dist="12700" dir="2700000" algn="tl" rotWithShape="0">
                        <a:sysClr val="windowText" lastClr="000000">
                          <a:lumMod val="65000"/>
                          <a:lumOff val="35000"/>
                          <a:alpha val="60000"/>
                        </a:sys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softEdge">
                      <a:bevelT w="57150" h="12700" prst="angle"/>
                    </a:sp3d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101" name="淘宝店chenying0907出品 253"/>
                  <p:cNvSpPr/>
                  <p:nvPr/>
                </p:nvSpPr>
                <p:spPr>
                  <a:xfrm>
                    <a:off x="6784212" y="2486526"/>
                    <a:ext cx="465715" cy="3543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0" cap="none" spc="75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03</a:t>
                    </a:r>
                    <a:endPara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104" name="TextBox 103"/>
              <p:cNvSpPr txBox="1"/>
              <p:nvPr/>
            </p:nvSpPr>
            <p:spPr>
              <a:xfrm>
                <a:off x="7010397" y="3895725"/>
                <a:ext cx="2262158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30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科研训练经历</a:t>
                </a:r>
                <a:endParaRPr kumimoji="0" lang="zh-CN" altLang="en-US" sz="2400" b="1" i="0" u="none" strike="noStrike" kern="1200" cap="none" spc="30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5518011" y="4605760"/>
              <a:ext cx="3416094" cy="539739"/>
              <a:chOff x="5510212" y="4575634"/>
              <a:chExt cx="3416094" cy="539739"/>
            </a:xfrm>
          </p:grpSpPr>
          <p:grpSp>
            <p:nvGrpSpPr>
              <p:cNvPr id="42" name="淘宝店chenying0907出品 248"/>
              <p:cNvGrpSpPr/>
              <p:nvPr/>
            </p:nvGrpSpPr>
            <p:grpSpPr>
              <a:xfrm>
                <a:off x="5510212" y="4575634"/>
                <a:ext cx="1364876" cy="539739"/>
                <a:chOff x="4935715" y="1778260"/>
                <a:chExt cx="910013" cy="360000"/>
              </a:xfrm>
            </p:grpSpPr>
            <p:cxnSp>
              <p:nvCxnSpPr>
                <p:cNvPr id="43" name="淘宝店chenying0907出品 250"/>
                <p:cNvCxnSpPr/>
                <p:nvPr/>
              </p:nvCxnSpPr>
              <p:spPr>
                <a:xfrm>
                  <a:off x="5845728" y="1778260"/>
                  <a:ext cx="0" cy="360000"/>
                </a:xfrm>
                <a:prstGeom prst="line">
                  <a:avLst/>
                </a:prstGeom>
                <a:ln w="6350" cap="flat" cmpd="sng">
                  <a:solidFill>
                    <a:srgbClr val="4D4D4D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44" name="淘宝店chenying0907出品 251"/>
                <p:cNvGrpSpPr/>
                <p:nvPr/>
              </p:nvGrpSpPr>
              <p:grpSpPr>
                <a:xfrm>
                  <a:off x="4935715" y="1780963"/>
                  <a:ext cx="822743" cy="354595"/>
                  <a:chOff x="6225354" y="2411080"/>
                  <a:chExt cx="1096990" cy="472793"/>
                </a:xfrm>
              </p:grpSpPr>
              <p:grpSp>
                <p:nvGrpSpPr>
                  <p:cNvPr id="45" name="淘宝店chenying0907出品 252"/>
                  <p:cNvGrpSpPr/>
                  <p:nvPr/>
                </p:nvGrpSpPr>
                <p:grpSpPr>
                  <a:xfrm>
                    <a:off x="6225354" y="2411080"/>
                    <a:ext cx="1096990" cy="472793"/>
                    <a:chOff x="2207939" y="2018653"/>
                    <a:chExt cx="6978844" cy="1220496"/>
                  </a:xfrm>
                </p:grpSpPr>
                <p:sp>
                  <p:nvSpPr>
                    <p:cNvPr id="47" name="圆角淘宝店chenying0907出品 254"/>
                    <p:cNvSpPr/>
                    <p:nvPr/>
                  </p:nvSpPr>
                  <p:spPr>
                    <a:xfrm>
                      <a:off x="2207939" y="2018653"/>
                      <a:ext cx="6978844" cy="12204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2">
                        <a:lumMod val="50000"/>
                      </a:schemeClr>
                    </a:solidFill>
                    <a:ln w="31750" cap="flat" cmpd="sng" algn="ctr">
                      <a:gradFill flip="none" rotWithShape="1">
                        <a:gsLst>
                          <a:gs pos="0">
                            <a:srgbClr val="CDCDCD"/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</a:ln>
                    <a:effectLst>
                      <a:innerShdw blurRad="127000" dist="63500" dir="13500000">
                        <a:sysClr val="windowText" lastClr="000000">
                          <a:lumMod val="65000"/>
                          <a:lumOff val="35000"/>
                          <a:alpha val="49000"/>
                        </a:sysClr>
                      </a:inn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48" name="圆角淘宝店chenying0907出品 255"/>
                    <p:cNvSpPr/>
                    <p:nvPr/>
                  </p:nvSpPr>
                  <p:spPr>
                    <a:xfrm>
                      <a:off x="2252045" y="2038293"/>
                      <a:ext cx="2901718" cy="115141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" lastClr="FFFFFF">
                        <a:lumMod val="95000"/>
                      </a:sysClr>
                    </a:solidFill>
                    <a:ln w="50800" cap="flat" cmpd="sng" algn="ctr">
                      <a:noFill/>
                      <a:prstDash val="solid"/>
                    </a:ln>
                    <a:effectLst>
                      <a:outerShdw blurRad="50800" dist="12700" dir="2700000" algn="tl" rotWithShape="0">
                        <a:sysClr val="windowText" lastClr="000000">
                          <a:lumMod val="65000"/>
                          <a:lumOff val="35000"/>
                          <a:alpha val="60000"/>
                        </a:sys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softEdge">
                      <a:bevelT w="57150" h="12700" prst="angle"/>
                    </a:sp3d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46" name="淘宝店chenying0907出品 253"/>
                  <p:cNvSpPr/>
                  <p:nvPr/>
                </p:nvSpPr>
                <p:spPr>
                  <a:xfrm>
                    <a:off x="6785358" y="2486526"/>
                    <a:ext cx="463424" cy="35582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0" cap="none" spc="75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04</a:t>
                    </a:r>
                    <a:endPara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49" name="TextBox 103"/>
              <p:cNvSpPr txBox="1"/>
              <p:nvPr/>
            </p:nvSpPr>
            <p:spPr>
              <a:xfrm>
                <a:off x="7010397" y="4643885"/>
                <a:ext cx="1915909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30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研究生规划</a:t>
                </a:r>
                <a:endParaRPr kumimoji="0" lang="zh-CN" altLang="en-US" sz="2400" b="1" i="0" u="none" strike="noStrike" kern="1200" cap="none" spc="30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10"/>
          <p:cNvSpPr txBox="1"/>
          <p:nvPr/>
        </p:nvSpPr>
        <p:spPr>
          <a:xfrm>
            <a:off x="758250" y="153311"/>
            <a:ext cx="3835386" cy="66178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XXXX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大学夏令营面试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13214" y="1431415"/>
            <a:ext cx="1694677" cy="2314184"/>
            <a:chOff x="1034491" y="1183361"/>
            <a:chExt cx="1908000" cy="2894611"/>
          </a:xfrm>
        </p:grpSpPr>
        <p:sp>
          <p:nvSpPr>
            <p:cNvPr id="26" name="矩形 25"/>
            <p:cNvSpPr/>
            <p:nvPr/>
          </p:nvSpPr>
          <p:spPr>
            <a:xfrm>
              <a:off x="1034491" y="1183361"/>
              <a:ext cx="1908000" cy="2894611"/>
            </a:xfrm>
            <a:prstGeom prst="rect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spcCol="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7"/>
            <p:cNvSpPr txBox="1">
              <a:spLocks noChangeArrowheads="1"/>
            </p:cNvSpPr>
            <p:nvPr/>
          </p:nvSpPr>
          <p:spPr bwMode="auto">
            <a:xfrm>
              <a:off x="1122038" y="3568661"/>
              <a:ext cx="173081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800" b="1" spc="300" dirty="0">
                  <a:solidFill>
                    <a:schemeClr val="bg1"/>
                  </a:solidFill>
                  <a:latin typeface="Arial" panose="020B0604020202020204" pitchFamily="34" charset="0"/>
                </a:rPr>
                <a:t>林林同学</a:t>
              </a:r>
              <a:endParaRPr lang="zh-CN" altLang="en-US" sz="1800" b="1" spc="3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1082788" y="1400994"/>
              <a:ext cx="1809320" cy="22303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375D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0" name="图片 4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2848" y="1633691"/>
              <a:ext cx="1509199" cy="1664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10"/>
          <p:cNvSpPr txBox="1"/>
          <p:nvPr/>
        </p:nvSpPr>
        <p:spPr>
          <a:xfrm>
            <a:off x="819149" y="143786"/>
            <a:ext cx="2476501" cy="66178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个人基本信息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74926" y="4325293"/>
            <a:ext cx="9842149" cy="1474802"/>
            <a:chOff x="1302099" y="4325293"/>
            <a:chExt cx="9842149" cy="147480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1352484" y="4721993"/>
              <a:ext cx="9557577" cy="1316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V="1">
              <a:off x="1352483" y="5241303"/>
              <a:ext cx="9557577" cy="1316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14"/>
            <p:cNvSpPr txBox="1"/>
            <p:nvPr/>
          </p:nvSpPr>
          <p:spPr>
            <a:xfrm>
              <a:off x="1302100" y="4928734"/>
              <a:ext cx="9607960" cy="325730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>
                <a:lnSpc>
                  <a:spcPts val="2025"/>
                </a:lnSpc>
              </a:pP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高数上册（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XX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）    高数下册（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XX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）    线性代数（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XX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）    概率统计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(XX)    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大学物理（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XX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）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1352483" y="5786934"/>
              <a:ext cx="9557577" cy="1316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本框 85"/>
            <p:cNvSpPr txBox="1"/>
            <p:nvPr/>
          </p:nvSpPr>
          <p:spPr>
            <a:xfrm>
              <a:off x="1352484" y="4325293"/>
              <a:ext cx="2239532" cy="40011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本科部分科目成绩</a:t>
              </a:r>
              <a:endParaRPr lang="zh-CN" altLang="en-US" sz="20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35" name="TextBox 14"/>
            <p:cNvSpPr txBox="1"/>
            <p:nvPr/>
          </p:nvSpPr>
          <p:spPr>
            <a:xfrm>
              <a:off x="1302099" y="5457757"/>
              <a:ext cx="9842149" cy="325730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>
                <a:lnSpc>
                  <a:spcPts val="2025"/>
                </a:lnSpc>
              </a:pP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理论力学（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XX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）    模拟电路（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XX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）    控制工程（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XX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）    离散数学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(XX)    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数据结构（</a:t>
              </a:r>
              <a:r>
                <a:rPr lang="en-US" altLang="zh-CN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XX</a:t>
              </a:r>
              <a:r>
                <a:rPr lang="zh-CN" altLang="en-US" b="1" dirty="0">
                  <a:solidFill>
                    <a:srgbClr val="335485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）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248622" y="1506833"/>
            <a:ext cx="6430164" cy="2391890"/>
            <a:chOff x="4286330" y="1487979"/>
            <a:chExt cx="6430164" cy="2391890"/>
          </a:xfrm>
        </p:grpSpPr>
        <p:grpSp>
          <p:nvGrpSpPr>
            <p:cNvPr id="33" name="组合 32"/>
            <p:cNvGrpSpPr/>
            <p:nvPr/>
          </p:nvGrpSpPr>
          <p:grpSpPr>
            <a:xfrm>
              <a:off x="4286331" y="1487979"/>
              <a:ext cx="6348545" cy="327910"/>
              <a:chOff x="4262305" y="2120105"/>
              <a:chExt cx="6348545" cy="327910"/>
            </a:xfrm>
          </p:grpSpPr>
          <p:cxnSp>
            <p:nvCxnSpPr>
              <p:cNvPr id="13" name="直接连接符 12"/>
              <p:cNvCxnSpPr/>
              <p:nvPr/>
            </p:nvCxnSpPr>
            <p:spPr>
              <a:xfrm>
                <a:off x="4312689" y="2445835"/>
                <a:ext cx="620212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4"/>
              <p:cNvSpPr txBox="1"/>
              <p:nvPr/>
            </p:nvSpPr>
            <p:spPr>
              <a:xfrm>
                <a:off x="4262305" y="2120105"/>
                <a:ext cx="6348545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性         别：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                        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出生年月：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XXXX</a:t>
                </a:r>
                <a:endPara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4286331" y="2003974"/>
              <a:ext cx="6348545" cy="327910"/>
              <a:chOff x="4262305" y="2120105"/>
              <a:chExt cx="6348545" cy="327910"/>
            </a:xfrm>
          </p:grpSpPr>
          <p:cxnSp>
            <p:nvCxnSpPr>
              <p:cNvPr id="58" name="直接连接符 57"/>
              <p:cNvCxnSpPr/>
              <p:nvPr/>
            </p:nvCxnSpPr>
            <p:spPr>
              <a:xfrm>
                <a:off x="4312689" y="2445835"/>
                <a:ext cx="620212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14"/>
              <p:cNvSpPr txBox="1"/>
              <p:nvPr/>
            </p:nvSpPr>
            <p:spPr>
              <a:xfrm>
                <a:off x="4262305" y="2120105"/>
                <a:ext cx="6348545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籍         贯：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XXXX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                       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政治面貌：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XXXX</a:t>
                </a:r>
                <a:endPara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4286330" y="2519969"/>
              <a:ext cx="6348545" cy="327910"/>
              <a:chOff x="4262305" y="2120105"/>
              <a:chExt cx="6348545" cy="327910"/>
            </a:xfrm>
          </p:grpSpPr>
          <p:cxnSp>
            <p:nvCxnSpPr>
              <p:cNvPr id="61" name="直接连接符 60"/>
              <p:cNvCxnSpPr/>
              <p:nvPr/>
            </p:nvCxnSpPr>
            <p:spPr>
              <a:xfrm>
                <a:off x="4312689" y="2445835"/>
                <a:ext cx="620212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14"/>
              <p:cNvSpPr txBox="1"/>
              <p:nvPr/>
            </p:nvSpPr>
            <p:spPr>
              <a:xfrm>
                <a:off x="4262305" y="2120105"/>
                <a:ext cx="6348545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本科学校：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XXXX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                       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本科专业：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XXXX</a:t>
                </a:r>
                <a:endPara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4286330" y="3035965"/>
              <a:ext cx="6348545" cy="327910"/>
              <a:chOff x="4262305" y="2120105"/>
              <a:chExt cx="6348545" cy="327910"/>
            </a:xfrm>
          </p:grpSpPr>
          <p:cxnSp>
            <p:nvCxnSpPr>
              <p:cNvPr id="82" name="直接连接符 81"/>
              <p:cNvCxnSpPr/>
              <p:nvPr/>
            </p:nvCxnSpPr>
            <p:spPr>
              <a:xfrm>
                <a:off x="4312689" y="2445835"/>
                <a:ext cx="620212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14"/>
              <p:cNvSpPr txBox="1"/>
              <p:nvPr/>
            </p:nvSpPr>
            <p:spPr>
              <a:xfrm>
                <a:off x="4262305" y="2120105"/>
                <a:ext cx="6348545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英语四级：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sz="20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                       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英语六级：</a:t>
                </a:r>
                <a:r>
                  <a:rPr lang="en-US" altLang="zh-CN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XXXX</a:t>
                </a:r>
                <a:endPara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286330" y="3551959"/>
              <a:ext cx="6430164" cy="327910"/>
              <a:chOff x="4262305" y="2120105"/>
              <a:chExt cx="6430164" cy="327910"/>
            </a:xfrm>
          </p:grpSpPr>
          <p:cxnSp>
            <p:nvCxnSpPr>
              <p:cNvPr id="37" name="直接连接符 36"/>
              <p:cNvCxnSpPr/>
              <p:nvPr/>
            </p:nvCxnSpPr>
            <p:spPr>
              <a:xfrm>
                <a:off x="4312689" y="2445835"/>
                <a:ext cx="6202125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14"/>
              <p:cNvSpPr txBox="1"/>
              <p:nvPr/>
            </p:nvSpPr>
            <p:spPr>
              <a:xfrm>
                <a:off x="4262305" y="2120105"/>
                <a:ext cx="6430164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专业成绩：</a:t>
                </a:r>
                <a:r>
                  <a: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sz="20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                      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专业排名：</a:t>
                </a:r>
                <a:r>
                  <a: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XXXX</a:t>
                </a:r>
                <a:endPara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10"/>
          <p:cNvSpPr txBox="1"/>
          <p:nvPr/>
        </p:nvSpPr>
        <p:spPr>
          <a:xfrm>
            <a:off x="924119" y="143786"/>
            <a:ext cx="5429547" cy="66178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个人基本信息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本科获奖情况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214602" y="1138173"/>
            <a:ext cx="1301029" cy="400110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文体实践</a:t>
            </a:r>
            <a:endParaRPr lang="zh-CN" altLang="en-US" sz="200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214600" y="2607100"/>
            <a:ext cx="1301029" cy="400110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荣誉奖项</a:t>
            </a:r>
            <a:endParaRPr lang="zh-CN" altLang="en-US" sz="200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214601" y="4161753"/>
            <a:ext cx="1301029" cy="400110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科研竞赛</a:t>
            </a:r>
            <a:endParaRPr lang="zh-CN" altLang="en-US" sz="200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14602" y="1651090"/>
            <a:ext cx="9670092" cy="838848"/>
            <a:chOff x="1214602" y="1774915"/>
            <a:chExt cx="9670092" cy="838848"/>
          </a:xfrm>
        </p:grpSpPr>
        <p:grpSp>
          <p:nvGrpSpPr>
            <p:cNvPr id="9" name="组合 8"/>
            <p:cNvGrpSpPr/>
            <p:nvPr/>
          </p:nvGrpSpPr>
          <p:grpSpPr>
            <a:xfrm>
              <a:off x="1214602" y="1774915"/>
              <a:ext cx="9670092" cy="334835"/>
              <a:chOff x="1214602" y="1774915"/>
              <a:chExt cx="9670092" cy="334835"/>
            </a:xfrm>
          </p:grpSpPr>
          <p:cxnSp>
            <p:nvCxnSpPr>
              <p:cNvPr id="60" name="直接连接符 59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14"/>
              <p:cNvSpPr txBox="1"/>
              <p:nvPr/>
            </p:nvSpPr>
            <p:spPr>
              <a:xfrm>
                <a:off x="1214602" y="1774915"/>
                <a:ext cx="9670091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大学新生杯篮球比赛（首发）                          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第一名 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1214602" y="2278928"/>
              <a:ext cx="9670092" cy="334835"/>
              <a:chOff x="1214602" y="1774915"/>
              <a:chExt cx="9670092" cy="334835"/>
            </a:xfrm>
          </p:grpSpPr>
          <p:cxnSp>
            <p:nvCxnSpPr>
              <p:cNvPr id="83" name="直接连接符 82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14"/>
              <p:cNvSpPr txBox="1"/>
              <p:nvPr/>
            </p:nvSpPr>
            <p:spPr>
              <a:xfrm>
                <a:off x="1214602" y="1774915"/>
                <a:ext cx="9670091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  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2019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年全国三下乡暑期社会实践（队长）                      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省级重点 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89" name="组合 88"/>
          <p:cNvGrpSpPr/>
          <p:nvPr/>
        </p:nvGrpSpPr>
        <p:grpSpPr>
          <a:xfrm>
            <a:off x="1214602" y="3161915"/>
            <a:ext cx="9670092" cy="838848"/>
            <a:chOff x="1214602" y="1774915"/>
            <a:chExt cx="9670092" cy="838848"/>
          </a:xfrm>
        </p:grpSpPr>
        <p:grpSp>
          <p:nvGrpSpPr>
            <p:cNvPr id="90" name="组合 89"/>
            <p:cNvGrpSpPr/>
            <p:nvPr/>
          </p:nvGrpSpPr>
          <p:grpSpPr>
            <a:xfrm>
              <a:off x="1214602" y="1774915"/>
              <a:ext cx="9670092" cy="334835"/>
              <a:chOff x="1214602" y="1774915"/>
              <a:chExt cx="9670092" cy="334835"/>
            </a:xfrm>
          </p:grpSpPr>
          <p:cxnSp>
            <p:nvCxnSpPr>
              <p:cNvPr id="98" name="直接连接符 97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14"/>
              <p:cNvSpPr txBox="1"/>
              <p:nvPr/>
            </p:nvSpPr>
            <p:spPr>
              <a:xfrm>
                <a:off x="1214602" y="1774915"/>
                <a:ext cx="9670091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大学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2018-2019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年度奖学金                               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综合二等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1214602" y="2278928"/>
              <a:ext cx="9670092" cy="334835"/>
              <a:chOff x="1214602" y="1774915"/>
              <a:chExt cx="9670092" cy="334835"/>
            </a:xfrm>
          </p:grpSpPr>
          <p:cxnSp>
            <p:nvCxnSpPr>
              <p:cNvPr id="92" name="直接连接符 91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14"/>
              <p:cNvSpPr txBox="1"/>
              <p:nvPr/>
            </p:nvSpPr>
            <p:spPr>
              <a:xfrm>
                <a:off x="1214602" y="1774915"/>
                <a:ext cx="9670091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大学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2019-2020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年度奖学金                               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综合三等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1214601" y="4728399"/>
            <a:ext cx="9670093" cy="1342861"/>
            <a:chOff x="1214601" y="4909374"/>
            <a:chExt cx="9670093" cy="1342861"/>
          </a:xfrm>
        </p:grpSpPr>
        <p:grpSp>
          <p:nvGrpSpPr>
            <p:cNvPr id="105" name="组合 104"/>
            <p:cNvGrpSpPr/>
            <p:nvPr/>
          </p:nvGrpSpPr>
          <p:grpSpPr>
            <a:xfrm>
              <a:off x="1214602" y="4909374"/>
              <a:ext cx="9670092" cy="334835"/>
              <a:chOff x="1214602" y="1774915"/>
              <a:chExt cx="9670092" cy="334835"/>
            </a:xfrm>
          </p:grpSpPr>
          <p:cxnSp>
            <p:nvCxnSpPr>
              <p:cNvPr id="109" name="直接连接符 108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Box 14"/>
              <p:cNvSpPr txBox="1"/>
              <p:nvPr/>
            </p:nvSpPr>
            <p:spPr>
              <a:xfrm>
                <a:off x="1214602" y="1774915"/>
                <a:ext cx="9670091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 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第十九届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Robocon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全国大学生机器人大赛（核心成员）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国二等奖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1214602" y="5413387"/>
              <a:ext cx="9670092" cy="334835"/>
              <a:chOff x="1214602" y="1774915"/>
              <a:chExt cx="9670092" cy="334835"/>
            </a:xfrm>
          </p:grpSpPr>
          <p:cxnSp>
            <p:nvCxnSpPr>
              <p:cNvPr id="107" name="直接连接符 106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Box 14"/>
              <p:cNvSpPr txBox="1"/>
              <p:nvPr/>
            </p:nvSpPr>
            <p:spPr>
              <a:xfrm>
                <a:off x="1214602" y="1774915"/>
                <a:ext cx="9670091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 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基于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XXXXXXXXXXXXXXXXXXXX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安全评价 （负责人）      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省级大创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endParaRPr lang="zh-CN" altLang="en-US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组合 110"/>
            <p:cNvGrpSpPr/>
            <p:nvPr/>
          </p:nvGrpSpPr>
          <p:grpSpPr>
            <a:xfrm>
              <a:off x="1214601" y="5917400"/>
              <a:ext cx="9670092" cy="334835"/>
              <a:chOff x="1214602" y="1774915"/>
              <a:chExt cx="9670092" cy="334835"/>
            </a:xfrm>
          </p:grpSpPr>
          <p:cxnSp>
            <p:nvCxnSpPr>
              <p:cNvPr id="112" name="直接连接符 111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TextBox 14"/>
              <p:cNvSpPr txBox="1"/>
              <p:nvPr/>
            </p:nvSpPr>
            <p:spPr>
              <a:xfrm>
                <a:off x="1214602" y="1774915"/>
                <a:ext cx="9670091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面向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装置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国家级大创 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324138" y="1397256"/>
            <a:ext cx="814225" cy="707886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文体实践</a:t>
            </a:r>
            <a:endParaRPr lang="zh-CN" altLang="en-US" sz="200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540009" y="1371814"/>
            <a:ext cx="8327853" cy="801560"/>
            <a:chOff x="1616247" y="1571839"/>
            <a:chExt cx="8327853" cy="801560"/>
          </a:xfrm>
        </p:grpSpPr>
        <p:grpSp>
          <p:nvGrpSpPr>
            <p:cNvPr id="3" name="组合 2"/>
            <p:cNvGrpSpPr/>
            <p:nvPr/>
          </p:nvGrpSpPr>
          <p:grpSpPr>
            <a:xfrm>
              <a:off x="1616247" y="1571839"/>
              <a:ext cx="8327853" cy="334835"/>
              <a:chOff x="1616247" y="1571839"/>
              <a:chExt cx="8327853" cy="334835"/>
            </a:xfrm>
          </p:grpSpPr>
          <p:cxnSp>
            <p:nvCxnSpPr>
              <p:cNvPr id="60" name="直接连接符 59"/>
              <p:cNvCxnSpPr/>
              <p:nvPr/>
            </p:nvCxnSpPr>
            <p:spPr>
              <a:xfrm>
                <a:off x="1698092" y="1906674"/>
                <a:ext cx="817933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14"/>
              <p:cNvSpPr txBox="1"/>
              <p:nvPr/>
            </p:nvSpPr>
            <p:spPr>
              <a:xfrm>
                <a:off x="1616247" y="1571839"/>
                <a:ext cx="8327853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大学新生杯篮球比赛（首发） 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第一名 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616247" y="2038564"/>
              <a:ext cx="8327853" cy="334835"/>
              <a:chOff x="1616247" y="1571839"/>
              <a:chExt cx="8327853" cy="334835"/>
            </a:xfrm>
          </p:grpSpPr>
          <p:cxnSp>
            <p:nvCxnSpPr>
              <p:cNvPr id="36" name="直接连接符 35"/>
              <p:cNvCxnSpPr/>
              <p:nvPr/>
            </p:nvCxnSpPr>
            <p:spPr>
              <a:xfrm>
                <a:off x="1698092" y="1906674"/>
                <a:ext cx="817933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14"/>
              <p:cNvSpPr txBox="1"/>
              <p:nvPr/>
            </p:nvSpPr>
            <p:spPr>
              <a:xfrm>
                <a:off x="1616247" y="1571839"/>
                <a:ext cx="8327853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2019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年全国三下乡暑期社会实践（队长）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省级重点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4" name="文本框 73"/>
          <p:cNvSpPr txBox="1"/>
          <p:nvPr/>
        </p:nvSpPr>
        <p:spPr>
          <a:xfrm>
            <a:off x="1324138" y="2792399"/>
            <a:ext cx="814225" cy="707886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荣誉奖项</a:t>
            </a:r>
            <a:endParaRPr lang="zh-CN" altLang="en-US" sz="200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540009" y="2763824"/>
            <a:ext cx="8327853" cy="801560"/>
            <a:chOff x="1616247" y="1571839"/>
            <a:chExt cx="8327853" cy="801560"/>
          </a:xfrm>
        </p:grpSpPr>
        <p:grpSp>
          <p:nvGrpSpPr>
            <p:cNvPr id="40" name="组合 39"/>
            <p:cNvGrpSpPr/>
            <p:nvPr/>
          </p:nvGrpSpPr>
          <p:grpSpPr>
            <a:xfrm>
              <a:off x="1616247" y="1571839"/>
              <a:ext cx="8327853" cy="334835"/>
              <a:chOff x="1616247" y="1571839"/>
              <a:chExt cx="8327853" cy="334835"/>
            </a:xfrm>
          </p:grpSpPr>
          <p:cxnSp>
            <p:nvCxnSpPr>
              <p:cNvPr id="44" name="直接连接符 43"/>
              <p:cNvCxnSpPr/>
              <p:nvPr/>
            </p:nvCxnSpPr>
            <p:spPr>
              <a:xfrm>
                <a:off x="1698092" y="1906674"/>
                <a:ext cx="817933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14"/>
              <p:cNvSpPr txBox="1"/>
              <p:nvPr/>
            </p:nvSpPr>
            <p:spPr>
              <a:xfrm>
                <a:off x="1616247" y="1571839"/>
                <a:ext cx="8327853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大学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2018-2019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年度奖学金      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综合三等 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616247" y="2038564"/>
              <a:ext cx="8327853" cy="334835"/>
              <a:chOff x="1616247" y="1571839"/>
              <a:chExt cx="8327853" cy="334835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1698092" y="1906674"/>
                <a:ext cx="817933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14"/>
              <p:cNvSpPr txBox="1"/>
              <p:nvPr/>
            </p:nvSpPr>
            <p:spPr>
              <a:xfrm>
                <a:off x="1616247" y="1571839"/>
                <a:ext cx="8327853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大学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2018-2019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年度奖学金       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综合一等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5" name="文本框 74"/>
          <p:cNvSpPr txBox="1"/>
          <p:nvPr/>
        </p:nvSpPr>
        <p:spPr>
          <a:xfrm>
            <a:off x="1324138" y="4631682"/>
            <a:ext cx="814225" cy="707886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科研竞赛</a:t>
            </a:r>
            <a:endParaRPr lang="zh-CN" altLang="en-US" sz="2000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540009" y="4155834"/>
            <a:ext cx="8327854" cy="1728119"/>
            <a:chOff x="2540009" y="4174884"/>
            <a:chExt cx="8327854" cy="1728119"/>
          </a:xfrm>
        </p:grpSpPr>
        <p:grpSp>
          <p:nvGrpSpPr>
            <p:cNvPr id="47" name="组合 46"/>
            <p:cNvGrpSpPr/>
            <p:nvPr/>
          </p:nvGrpSpPr>
          <p:grpSpPr>
            <a:xfrm>
              <a:off x="2540010" y="4641644"/>
              <a:ext cx="8327853" cy="334835"/>
              <a:chOff x="1616247" y="1571839"/>
              <a:chExt cx="8327853" cy="334835"/>
            </a:xfrm>
          </p:grpSpPr>
          <p:cxnSp>
            <p:nvCxnSpPr>
              <p:cNvPr id="52" name="直接连接符 51"/>
              <p:cNvCxnSpPr/>
              <p:nvPr/>
            </p:nvCxnSpPr>
            <p:spPr>
              <a:xfrm>
                <a:off x="1698092" y="1906674"/>
                <a:ext cx="817933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14"/>
              <p:cNvSpPr txBox="1"/>
              <p:nvPr/>
            </p:nvSpPr>
            <p:spPr>
              <a:xfrm>
                <a:off x="1616247" y="1571839"/>
                <a:ext cx="8327853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 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第十九届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Robocon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全国大学生机器人大赛（核心成员）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国二等奖 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2540009" y="5108369"/>
              <a:ext cx="8327853" cy="334835"/>
              <a:chOff x="1616247" y="1571839"/>
              <a:chExt cx="8327853" cy="334835"/>
            </a:xfrm>
          </p:grpSpPr>
          <p:cxnSp>
            <p:nvCxnSpPr>
              <p:cNvPr id="49" name="直接连接符 48"/>
              <p:cNvCxnSpPr/>
              <p:nvPr/>
            </p:nvCxnSpPr>
            <p:spPr>
              <a:xfrm>
                <a:off x="1698092" y="1906674"/>
                <a:ext cx="817933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14"/>
              <p:cNvSpPr txBox="1"/>
              <p:nvPr/>
            </p:nvSpPr>
            <p:spPr>
              <a:xfrm>
                <a:off x="1616247" y="1571839"/>
                <a:ext cx="8327853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 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基于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XXXXXXXXXXXXXXXXXXXX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安全评价 （负责人）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省级大创 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2540009" y="5568168"/>
              <a:ext cx="8327853" cy="334835"/>
              <a:chOff x="1616247" y="1571839"/>
              <a:chExt cx="8327853" cy="334835"/>
            </a:xfrm>
          </p:grpSpPr>
          <p:cxnSp>
            <p:nvCxnSpPr>
              <p:cNvPr id="55" name="直接连接符 54"/>
              <p:cNvCxnSpPr/>
              <p:nvPr/>
            </p:nvCxnSpPr>
            <p:spPr>
              <a:xfrm>
                <a:off x="1698092" y="1906674"/>
                <a:ext cx="817933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14"/>
              <p:cNvSpPr txBox="1"/>
              <p:nvPr/>
            </p:nvSpPr>
            <p:spPr>
              <a:xfrm>
                <a:off x="1616247" y="1571839"/>
                <a:ext cx="8327853" cy="32791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r>
                  <a:rPr lang="zh-CN" altLang="en-US" sz="2000" b="1" dirty="0">
                    <a:solidFill>
                      <a:srgbClr val="335485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面向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XXXX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装置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国家级大创 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2540010" y="4174884"/>
              <a:ext cx="8327853" cy="334835"/>
              <a:chOff x="1616247" y="1571839"/>
              <a:chExt cx="8327853" cy="334835"/>
            </a:xfrm>
          </p:grpSpPr>
          <p:cxnSp>
            <p:nvCxnSpPr>
              <p:cNvPr id="62" name="直接连接符 61"/>
              <p:cNvCxnSpPr/>
              <p:nvPr/>
            </p:nvCxnSpPr>
            <p:spPr>
              <a:xfrm>
                <a:off x="1698092" y="1906674"/>
                <a:ext cx="8179333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14"/>
              <p:cNvSpPr txBox="1"/>
              <p:nvPr/>
            </p:nvSpPr>
            <p:spPr>
              <a:xfrm>
                <a:off x="1616247" y="1571839"/>
                <a:ext cx="8327853" cy="32573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  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第四届</a:t>
                </a:r>
                <a:r>
                  <a:rPr lang="en-US" altLang="zh-CN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XXX</a:t>
                </a:r>
                <a:r>
                  <a:rPr lang="zh-CN" altLang="en-US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省大学生机器人大赛（队长）                                                      </a:t>
                </a:r>
                <a:r>
                  <a:rPr lang="zh-CN" altLang="en-US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省三等奖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4" name="文本框 10"/>
          <p:cNvSpPr txBox="1"/>
          <p:nvPr/>
        </p:nvSpPr>
        <p:spPr>
          <a:xfrm>
            <a:off x="924119" y="143786"/>
            <a:ext cx="5429547" cy="66178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个人基本信息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本科获奖情况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1"/>
          <p:cNvSpPr txBox="1"/>
          <p:nvPr/>
        </p:nvSpPr>
        <p:spPr>
          <a:xfrm>
            <a:off x="924303" y="280606"/>
            <a:ext cx="6571872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学科竞赛经历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第七届工程训练综合能力竞赛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ísḷíḑè"/>
          <p:cNvSpPr txBox="1"/>
          <p:nvPr/>
        </p:nvSpPr>
        <p:spPr>
          <a:xfrm>
            <a:off x="1527296" y="4053054"/>
            <a:ext cx="9274054" cy="443861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rmAutofit/>
          </a:bodyPr>
          <a:lstStyle/>
          <a:p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                                        承担工作                                        目前成果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ïṡ1iḑè"/>
          <p:cNvSpPr txBox="1"/>
          <p:nvPr/>
        </p:nvSpPr>
        <p:spPr>
          <a:xfrm>
            <a:off x="614354" y="4555078"/>
            <a:ext cx="3445032" cy="1401230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设计一套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 </a:t>
            </a:r>
            <a:r>
              <a:rPr lang="en-US" altLang="zh-CN" sz="15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装置</a:t>
            </a:r>
            <a:endParaRPr lang="en-US" altLang="zh-CN" sz="150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 defTabSz="457200">
              <a:lnSpc>
                <a:spcPct val="160000"/>
              </a:lnSpc>
            </a:pP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搭建装置，进行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 </a:t>
            </a:r>
            <a:r>
              <a:rPr lang="en-US" altLang="zh-CN" sz="15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5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15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实验</a:t>
            </a:r>
            <a:endParaRPr lang="zh-CN" altLang="en-US" sz="150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ï$líďê"/>
          <p:cNvSpPr txBox="1"/>
          <p:nvPr/>
        </p:nvSpPr>
        <p:spPr>
          <a:xfrm>
            <a:off x="4129116" y="4550874"/>
            <a:ext cx="3888370" cy="1589956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>
            <a:defPPr>
              <a:defRPr lang="zh-CN"/>
            </a:defPPr>
            <a:lvl1pPr defTabSz="457200">
              <a:lnSpc>
                <a:spcPct val="160000"/>
              </a:lnSpc>
              <a:defRPr sz="150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Wingdings 2" panose="05020102010507070707" charset="0"/>
              </a:rPr>
              <a:t> 建模：利用</a:t>
            </a:r>
            <a:r>
              <a:rPr lang="en-US" altLang="zh-CN" dirty="0" err="1">
                <a:sym typeface="Wingdings 2" panose="05020102010507070707" charset="0"/>
              </a:rPr>
              <a:t>Soildworks</a:t>
            </a:r>
            <a:r>
              <a:rPr lang="zh-CN" altLang="en-US" dirty="0">
                <a:sym typeface="Wingdings 2" panose="05020102010507070707" charset="0"/>
              </a:rPr>
              <a:t>搭建了一套</a:t>
            </a:r>
            <a:r>
              <a:rPr lang="en-US" altLang="zh-CN" dirty="0">
                <a:sym typeface="Wingdings 2" panose="05020102010507070707" charset="0"/>
              </a:rPr>
              <a:t>XXXX</a:t>
            </a:r>
            <a:r>
              <a:rPr lang="zh-CN" altLang="en-US" dirty="0">
                <a:sym typeface="Wingdings 2" panose="05020102010507070707" charset="0"/>
              </a:rPr>
              <a:t>装置</a:t>
            </a:r>
            <a:endParaRPr lang="zh-CN" altLang="en-US" dirty="0"/>
          </a:p>
          <a:p>
            <a:r>
              <a:rPr lang="zh-CN" altLang="en-US" dirty="0">
                <a:sym typeface="Wingdings 2" panose="05020102010507070707" charset="0"/>
              </a:rPr>
              <a:t> 仿真：利用</a:t>
            </a:r>
            <a:r>
              <a:rPr lang="en-US" altLang="zh-CN" dirty="0" err="1">
                <a:sym typeface="Wingdings 2" panose="05020102010507070707" charset="0"/>
              </a:rPr>
              <a:t>Comsol</a:t>
            </a:r>
            <a:r>
              <a:rPr lang="zh-CN" altLang="en-US" dirty="0">
                <a:sym typeface="Wingdings 2" panose="05020102010507070707" charset="0"/>
              </a:rPr>
              <a:t>对</a:t>
            </a:r>
            <a:r>
              <a:rPr lang="en-US" altLang="zh-CN" dirty="0">
                <a:sym typeface="Wingdings 2" panose="05020102010507070707" charset="0"/>
              </a:rPr>
              <a:t>XXXX</a:t>
            </a:r>
            <a:r>
              <a:rPr lang="zh-CN" altLang="en-US" dirty="0">
                <a:sym typeface="Wingdings 2" panose="05020102010507070707" charset="0"/>
              </a:rPr>
              <a:t>进行了仿真</a:t>
            </a:r>
            <a:endParaRPr lang="zh-CN" altLang="en-US" dirty="0"/>
          </a:p>
          <a:p>
            <a:r>
              <a:rPr lang="zh-CN" altLang="en-US" dirty="0">
                <a:sym typeface="Wingdings 2" panose="05020102010507070707" charset="0"/>
              </a:rPr>
              <a:t> 实验：进行</a:t>
            </a:r>
            <a:r>
              <a:rPr lang="en-US" altLang="zh-CN" dirty="0">
                <a:sym typeface="Wingdings 2" panose="05020102010507070707" charset="0"/>
              </a:rPr>
              <a:t>XX</a:t>
            </a:r>
            <a:r>
              <a:rPr lang="zh-CN" altLang="en-US" dirty="0">
                <a:sym typeface="Wingdings 2" panose="05020102010507070707" charset="0"/>
              </a:rPr>
              <a:t>混合特性激发实验</a:t>
            </a:r>
            <a:endParaRPr lang="en-US" altLang="zh-CN" dirty="0">
              <a:sym typeface="Wingdings 2" panose="05020102010507070707" charset="0"/>
            </a:endParaRPr>
          </a:p>
          <a:p>
            <a:r>
              <a:rPr lang="zh-CN" altLang="en-US" dirty="0">
                <a:sym typeface="Wingdings 2" panose="05020102010507070707" charset="0"/>
              </a:rPr>
              <a:t> 数据处理：使用</a:t>
            </a:r>
            <a:r>
              <a:rPr lang="en-US" altLang="zh-CN" dirty="0" err="1">
                <a:sym typeface="Wingdings 2" panose="05020102010507070707" charset="0"/>
              </a:rPr>
              <a:t>Matlab</a:t>
            </a:r>
            <a:r>
              <a:rPr lang="zh-CN" altLang="en-US" dirty="0">
                <a:sym typeface="Wingdings 2" panose="05020102010507070707" charset="0"/>
              </a:rPr>
              <a:t>进行</a:t>
            </a:r>
            <a:r>
              <a:rPr lang="en-US" altLang="zh-CN" dirty="0">
                <a:sym typeface="Wingdings 2" panose="05020102010507070707" charset="0"/>
              </a:rPr>
              <a:t>XXXX</a:t>
            </a:r>
            <a:r>
              <a:rPr lang="zh-CN" altLang="en-US" dirty="0">
                <a:sym typeface="Wingdings 2" panose="05020102010507070707" charset="0"/>
              </a:rPr>
              <a:t>数据处理</a:t>
            </a:r>
            <a:endParaRPr lang="en-US" altLang="zh-CN" dirty="0"/>
          </a:p>
        </p:txBody>
      </p:sp>
      <p:sp>
        <p:nvSpPr>
          <p:cNvPr id="10" name="îsḻídê"/>
          <p:cNvSpPr txBox="1"/>
          <p:nvPr/>
        </p:nvSpPr>
        <p:spPr>
          <a:xfrm>
            <a:off x="8333343" y="4566516"/>
            <a:ext cx="3501601" cy="1401230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>
            <a:defPPr>
              <a:defRPr lang="zh-CN"/>
            </a:defPPr>
            <a:lvl1pPr defTabSz="457200">
              <a:lnSpc>
                <a:spcPct val="160000"/>
              </a:lnSpc>
              <a:defRPr sz="150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ym typeface="Wingdings 2" panose="05020102010507070707" charset="0"/>
              </a:rPr>
              <a:t> 国家级大创项目</a:t>
            </a:r>
            <a:r>
              <a:rPr lang="en-US" altLang="zh-CN" dirty="0">
                <a:sym typeface="Wingdings 2" panose="05020102010507070707" charset="0"/>
              </a:rPr>
              <a:t>—</a:t>
            </a:r>
            <a:r>
              <a:rPr lang="zh-CN" altLang="en-US" dirty="0">
                <a:sym typeface="Wingdings 2" panose="05020102010507070707" charset="0"/>
              </a:rPr>
              <a:t>面向</a:t>
            </a:r>
            <a:r>
              <a:rPr lang="en-US" altLang="zh-CN" dirty="0">
                <a:sym typeface="Wingdings 2" panose="05020102010507070707" charset="0"/>
              </a:rPr>
              <a:t>XXXX</a:t>
            </a:r>
            <a:r>
              <a:rPr lang="zh-CN" altLang="en-US" dirty="0">
                <a:sym typeface="Wingdings 2" panose="05020102010507070707" charset="0"/>
              </a:rPr>
              <a:t>装置</a:t>
            </a:r>
            <a:endParaRPr lang="zh-CN" altLang="en-US" dirty="0">
              <a:sym typeface="Wingdings 2" panose="05020102010507070707" charset="0"/>
            </a:endParaRPr>
          </a:p>
          <a:p>
            <a:r>
              <a:rPr lang="zh-CN" altLang="en-US" dirty="0">
                <a:sym typeface="Wingdings 2" panose="05020102010507070707" charset="0"/>
              </a:rPr>
              <a:t> 实用新型专利（申请中）</a:t>
            </a:r>
            <a:endParaRPr lang="zh-CN" altLang="en-US" dirty="0">
              <a:sym typeface="Wingdings 2" panose="05020102010507070707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11911" y="1073520"/>
            <a:ext cx="2514600" cy="400110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项目过程与成果展示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007975" y="4683865"/>
            <a:ext cx="4130652" cy="1323975"/>
            <a:chOff x="4007975" y="4620125"/>
            <a:chExt cx="4130652" cy="13239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007975" y="4620125"/>
              <a:ext cx="0" cy="13239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8138627" y="4620125"/>
              <a:ext cx="0" cy="13239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直接连接符 21"/>
          <p:cNvCxnSpPr/>
          <p:nvPr/>
        </p:nvCxnSpPr>
        <p:spPr>
          <a:xfrm>
            <a:off x="0" y="3984585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843937" y="1628799"/>
            <a:ext cx="10742143" cy="2289019"/>
            <a:chOff x="843937" y="1628799"/>
            <a:chExt cx="10742143" cy="2289019"/>
          </a:xfrm>
        </p:grpSpPr>
        <p:grpSp>
          <p:nvGrpSpPr>
            <p:cNvPr id="21" name="组合 20"/>
            <p:cNvGrpSpPr/>
            <p:nvPr/>
          </p:nvGrpSpPr>
          <p:grpSpPr>
            <a:xfrm>
              <a:off x="843937" y="1628799"/>
              <a:ext cx="10742143" cy="1876401"/>
              <a:chOff x="843937" y="1724049"/>
              <a:chExt cx="10742143" cy="1876401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843937" y="1724049"/>
                <a:ext cx="1946888" cy="18764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图片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6707441" y="1724049"/>
                <a:ext cx="1946888" cy="18764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图片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9639192" y="1724049"/>
                <a:ext cx="1946888" cy="18764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图片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3775689" y="1724049"/>
                <a:ext cx="1946888" cy="187640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图片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箭头: 右 14"/>
              <p:cNvSpPr/>
              <p:nvPr/>
            </p:nvSpPr>
            <p:spPr>
              <a:xfrm>
                <a:off x="3076448" y="2582102"/>
                <a:ext cx="413616" cy="160294"/>
              </a:xfrm>
              <a:prstGeom prst="rightArrow">
                <a:avLst/>
              </a:prstGeom>
              <a:solidFill>
                <a:srgbClr val="335485"/>
              </a:solidFill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箭头: 右 15"/>
              <p:cNvSpPr/>
              <p:nvPr/>
            </p:nvSpPr>
            <p:spPr>
              <a:xfrm>
                <a:off x="6008200" y="2582102"/>
                <a:ext cx="413616" cy="160294"/>
              </a:xfrm>
              <a:prstGeom prst="rightArrow">
                <a:avLst/>
              </a:prstGeom>
              <a:solidFill>
                <a:srgbClr val="335485"/>
              </a:solidFill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箭头: 右 16"/>
              <p:cNvSpPr/>
              <p:nvPr/>
            </p:nvSpPr>
            <p:spPr>
              <a:xfrm>
                <a:off x="8939952" y="2582102"/>
                <a:ext cx="413616" cy="160294"/>
              </a:xfrm>
              <a:prstGeom prst="rightArrow">
                <a:avLst/>
              </a:prstGeom>
              <a:solidFill>
                <a:srgbClr val="335485"/>
              </a:solidFill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5" name="文本框 24"/>
            <p:cNvSpPr txBox="1"/>
            <p:nvPr/>
          </p:nvSpPr>
          <p:spPr>
            <a:xfrm>
              <a:off x="1571165" y="3540223"/>
              <a:ext cx="492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502917" y="3540223"/>
              <a:ext cx="492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434669" y="3548486"/>
              <a:ext cx="492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366420" y="3535236"/>
              <a:ext cx="492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1"/>
          <p:cNvSpPr txBox="1"/>
          <p:nvPr/>
        </p:nvSpPr>
        <p:spPr>
          <a:xfrm>
            <a:off x="924303" y="280606"/>
            <a:ext cx="6571872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学科竞赛经历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第七届工程训练综合能力竞赛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-11911" y="1073520"/>
            <a:ext cx="2514600" cy="400110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项目过程与成果展示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0" y="3851235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843937" y="1628799"/>
            <a:ext cx="10618319" cy="2188765"/>
            <a:chOff x="843937" y="1628799"/>
            <a:chExt cx="10618319" cy="2188765"/>
          </a:xfrm>
        </p:grpSpPr>
        <p:sp>
          <p:nvSpPr>
            <p:cNvPr id="4" name="矩形 3"/>
            <p:cNvSpPr/>
            <p:nvPr/>
          </p:nvSpPr>
          <p:spPr>
            <a:xfrm>
              <a:off x="843937" y="1628800"/>
              <a:ext cx="1823063" cy="17828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707442" y="1628799"/>
              <a:ext cx="1823063" cy="17828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9639193" y="1628799"/>
              <a:ext cx="1823063" cy="17828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775690" y="1628799"/>
              <a:ext cx="1823063" cy="17828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箭头: 右 14"/>
            <p:cNvSpPr/>
            <p:nvPr/>
          </p:nvSpPr>
          <p:spPr>
            <a:xfrm>
              <a:off x="3076447" y="2440101"/>
              <a:ext cx="413616" cy="160294"/>
            </a:xfrm>
            <a:prstGeom prst="rightArrow">
              <a:avLst/>
            </a:prstGeom>
            <a:solidFill>
              <a:srgbClr val="335485"/>
            </a:solidFill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箭头: 右 15"/>
            <p:cNvSpPr/>
            <p:nvPr/>
          </p:nvSpPr>
          <p:spPr>
            <a:xfrm>
              <a:off x="6008200" y="2440101"/>
              <a:ext cx="413616" cy="160294"/>
            </a:xfrm>
            <a:prstGeom prst="rightArrow">
              <a:avLst/>
            </a:prstGeom>
            <a:solidFill>
              <a:srgbClr val="335485"/>
            </a:solidFill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箭头: 右 16"/>
            <p:cNvSpPr/>
            <p:nvPr/>
          </p:nvSpPr>
          <p:spPr>
            <a:xfrm>
              <a:off x="8939952" y="2440101"/>
              <a:ext cx="413616" cy="160294"/>
            </a:xfrm>
            <a:prstGeom prst="rightArrow">
              <a:avLst/>
            </a:prstGeom>
            <a:solidFill>
              <a:srgbClr val="335485"/>
            </a:solidFill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509252" y="3448232"/>
              <a:ext cx="492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38110" y="3446304"/>
              <a:ext cx="492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372757" y="3446304"/>
              <a:ext cx="492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307404" y="3446304"/>
              <a:ext cx="4924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dirty="0"/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9"/>
          <a:stretch>
            <a:fillRect/>
          </a:stretch>
        </p:blipFill>
        <p:spPr>
          <a:xfrm>
            <a:off x="6119949" y="4119498"/>
            <a:ext cx="5381265" cy="1991743"/>
          </a:xfrm>
          <a:prstGeom prst="rect">
            <a:avLst/>
          </a:prstGeom>
        </p:spPr>
      </p:pic>
      <p:sp>
        <p:nvSpPr>
          <p:cNvPr id="7" name="ísḷíḑè"/>
          <p:cNvSpPr txBox="1"/>
          <p:nvPr/>
        </p:nvSpPr>
        <p:spPr>
          <a:xfrm>
            <a:off x="685062" y="3983089"/>
            <a:ext cx="6022380" cy="443861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rmAutofit/>
          </a:bodyPr>
          <a:lstStyle/>
          <a:p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设计一套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装置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ísḷíḑè"/>
          <p:cNvSpPr txBox="1"/>
          <p:nvPr/>
        </p:nvSpPr>
        <p:spPr>
          <a:xfrm>
            <a:off x="685062" y="5495873"/>
            <a:ext cx="1316622" cy="443861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rmAutofit/>
          </a:bodyPr>
          <a:lstStyle/>
          <a:p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项目成果：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sḷíḑè"/>
          <p:cNvSpPr txBox="1"/>
          <p:nvPr/>
        </p:nvSpPr>
        <p:spPr>
          <a:xfrm>
            <a:off x="685062" y="4739481"/>
            <a:ext cx="1316622" cy="443861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rmAutofit/>
          </a:bodyPr>
          <a:lstStyle/>
          <a:p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承担工作：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911251" y="5421986"/>
            <a:ext cx="3687502" cy="705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国家级大创项目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—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面向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装置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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实用新型专利（申请中）</a:t>
            </a:r>
            <a:endParaRPr lang="zh-CN" altLang="en-US" sz="1600" dirty="0"/>
          </a:p>
        </p:txBody>
      </p:sp>
      <p:sp>
        <p:nvSpPr>
          <p:cNvPr id="31" name="文本框 30"/>
          <p:cNvSpPr txBox="1"/>
          <p:nvPr/>
        </p:nvSpPr>
        <p:spPr>
          <a:xfrm>
            <a:off x="1911251" y="4611202"/>
            <a:ext cx="3715963" cy="705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 建模：利用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Soildworks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搭建了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XXXX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装置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 仿真：利用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Comsol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对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XXXX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Wingdings 2" panose="05020102010507070707" charset="0"/>
              </a:rPr>
              <a:t>进行了仿真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箭头: 右 37"/>
          <p:cNvSpPr/>
          <p:nvPr/>
        </p:nvSpPr>
        <p:spPr>
          <a:xfrm>
            <a:off x="5668858" y="4929261"/>
            <a:ext cx="409447" cy="23410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1"/>
          <p:cNvSpPr txBox="1"/>
          <p:nvPr/>
        </p:nvSpPr>
        <p:spPr>
          <a:xfrm>
            <a:off x="924303" y="280606"/>
            <a:ext cx="9257922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学科竞赛经历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工程训练综合能力竞赛 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Robocon 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机器人大赛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3818127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376135" y="1336592"/>
            <a:ext cx="11099131" cy="1963002"/>
            <a:chOff x="207044" y="1425616"/>
            <a:chExt cx="11099131" cy="1963002"/>
          </a:xfrm>
        </p:grpSpPr>
        <p:sp>
          <p:nvSpPr>
            <p:cNvPr id="5" name="箭头: 右 4"/>
            <p:cNvSpPr/>
            <p:nvPr/>
          </p:nvSpPr>
          <p:spPr>
            <a:xfrm>
              <a:off x="5463310" y="2326970"/>
              <a:ext cx="413616" cy="160294"/>
            </a:xfrm>
            <a:prstGeom prst="rightArrow">
              <a:avLst/>
            </a:prstGeom>
            <a:solidFill>
              <a:srgbClr val="335485"/>
            </a:solidFill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2836912" y="1436254"/>
              <a:ext cx="2341950" cy="19417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69"/>
            <a:stretch>
              <a:fillRect/>
            </a:stretch>
          </p:blipFill>
          <p:spPr>
            <a:xfrm>
              <a:off x="6002562" y="1425616"/>
              <a:ext cx="5303613" cy="1963002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7044" y="1835999"/>
              <a:ext cx="2487644" cy="11422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工程训练综合能力竞赛</a:t>
              </a:r>
              <a:endPara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省一等奖</a:t>
              </a:r>
              <a:endPara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模块化思维</a:t>
              </a:r>
              <a:endParaRPr lang="zh-CN" altLang="en-US" sz="2800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14235" y="4336660"/>
            <a:ext cx="11363530" cy="1530686"/>
            <a:chOff x="244700" y="4403335"/>
            <a:chExt cx="11363530" cy="1530686"/>
          </a:xfrm>
        </p:grpSpPr>
        <p:sp>
          <p:nvSpPr>
            <p:cNvPr id="47" name="矩形 46"/>
            <p:cNvSpPr/>
            <p:nvPr/>
          </p:nvSpPr>
          <p:spPr>
            <a:xfrm>
              <a:off x="244700" y="4597560"/>
              <a:ext cx="2412331" cy="11422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Robocon </a:t>
              </a:r>
              <a:r>
                <a:rPr lang="zh-CN" altLang="en-US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机器人大赛</a:t>
              </a:r>
              <a:endPara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因疫情延期</a:t>
              </a:r>
              <a:endParaRPr lang="en-US" altLang="zh-CN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信息不对称性</a:t>
              </a:r>
              <a:endParaRPr lang="zh-CN" altLang="en-US" sz="2800" b="1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2836912" y="4403335"/>
              <a:ext cx="2341950" cy="153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790" y="4488376"/>
              <a:ext cx="5490440" cy="1360605"/>
            </a:xfrm>
            <a:prstGeom prst="rect">
              <a:avLst/>
            </a:prstGeom>
          </p:spPr>
        </p:pic>
        <p:sp>
          <p:nvSpPr>
            <p:cNvPr id="50" name="箭头: 右 49"/>
            <p:cNvSpPr/>
            <p:nvPr/>
          </p:nvSpPr>
          <p:spPr>
            <a:xfrm>
              <a:off x="5463310" y="5088531"/>
              <a:ext cx="413616" cy="160294"/>
            </a:xfrm>
            <a:prstGeom prst="rightArrow">
              <a:avLst/>
            </a:prstGeom>
            <a:solidFill>
              <a:srgbClr val="335485"/>
            </a:solidFill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1"/>
          <p:cNvSpPr txBox="1"/>
          <p:nvPr/>
        </p:nvSpPr>
        <p:spPr>
          <a:xfrm>
            <a:off x="938541" y="280687"/>
            <a:ext cx="8001352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科研训练经历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省级大学生创新训练项目（优秀结题）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684857" y="1105013"/>
            <a:ext cx="6822286" cy="587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基于 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安全评价</a:t>
            </a:r>
            <a:endParaRPr lang="zh-CN" altLang="en-US" sz="2400" b="1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374215" y="1818415"/>
            <a:ext cx="3443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大学</a:t>
            </a:r>
            <a:r>
              <a:rPr lang="en-US" altLang="zh-CN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</a:t>
            </a:r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教授</a:t>
            </a:r>
            <a:r>
              <a:rPr lang="en-US" altLang="zh-CN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实验室</a:t>
            </a:r>
            <a:endParaRPr lang="en-US" altLang="zh-CN" sz="200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AutoShape 2"/>
          <p:cNvSpPr>
            <a:spLocks noChangeAspect="1" noChangeArrowheads="1"/>
          </p:cNvSpPr>
          <p:nvPr/>
        </p:nvSpPr>
        <p:spPr bwMode="auto">
          <a:xfrm>
            <a:off x="5295900" y="3165122"/>
            <a:ext cx="304800" cy="23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931733" y="3999202"/>
            <a:ext cx="410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endParaRPr lang="zh-CN" altLang="en-US" sz="2800" b="1" dirty="0"/>
          </a:p>
        </p:txBody>
      </p:sp>
      <p:sp>
        <p:nvSpPr>
          <p:cNvPr id="42" name="矩形 41"/>
          <p:cNvSpPr/>
          <p:nvPr/>
        </p:nvSpPr>
        <p:spPr>
          <a:xfrm>
            <a:off x="3034153" y="3999202"/>
            <a:ext cx="410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endParaRPr lang="zh-CN" altLang="en-US" sz="2800" b="1" dirty="0">
              <a:solidFill>
                <a:prstClr val="black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377742" y="3999202"/>
            <a:ext cx="410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3</a:t>
            </a:r>
            <a:endParaRPr lang="zh-CN" altLang="en-US" sz="2800" b="1" dirty="0">
              <a:solidFill>
                <a:prstClr val="black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721331" y="3999202"/>
            <a:ext cx="410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4</a:t>
            </a:r>
            <a:endParaRPr lang="zh-CN" altLang="en-US" sz="2800" b="1" dirty="0">
              <a:solidFill>
                <a:prstClr val="black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27201" y="3999202"/>
            <a:ext cx="410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5</a:t>
            </a:r>
            <a:endParaRPr lang="zh-CN" altLang="en-US" sz="2800" b="1" dirty="0">
              <a:solidFill>
                <a:prstClr val="black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51157" y="4524952"/>
            <a:ext cx="971741" cy="10839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搭建</a:t>
            </a:r>
            <a:r>
              <a:rPr lang="en-US" altLang="zh-CN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IDE</a:t>
            </a:r>
            <a:endParaRPr lang="en-US" altLang="zh-CN" sz="17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Linux</a:t>
            </a:r>
            <a:endParaRPr lang="en-US" altLang="zh-CN" sz="17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C++</a:t>
            </a:r>
            <a:endParaRPr lang="zh-CN" altLang="en-US" sz="1700" dirty="0"/>
          </a:p>
        </p:txBody>
      </p:sp>
      <p:sp>
        <p:nvSpPr>
          <p:cNvPr id="48" name="矩形 47"/>
          <p:cNvSpPr/>
          <p:nvPr/>
        </p:nvSpPr>
        <p:spPr>
          <a:xfrm>
            <a:off x="1970992" y="4515427"/>
            <a:ext cx="2536911" cy="14376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ctr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建立大腿的探测器模型</a:t>
            </a:r>
            <a:endParaRPr lang="en-US" altLang="zh-CN" sz="17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171450" indent="-171450" algn="ctr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注册太空环境物理过程</a:t>
            </a:r>
            <a:endParaRPr lang="zh-CN" altLang="en-US" sz="17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171450" indent="-171450" algn="ctr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定义粒子并追踪其信息</a:t>
            </a:r>
            <a:endParaRPr lang="zh-CN" altLang="en-US" sz="17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algn="ctr">
              <a:lnSpc>
                <a:spcPct val="130000"/>
              </a:lnSpc>
            </a:pPr>
            <a:endParaRPr lang="en-US" altLang="zh-CN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714948" y="4553527"/>
            <a:ext cx="1925527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大腿模型（</a:t>
            </a:r>
            <a:r>
              <a:rPr lang="en-US" altLang="zh-CN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CSG</a:t>
            </a:r>
            <a:r>
              <a:rPr lang="zh-CN" altLang="en-US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lang="zh-CN" altLang="en-US" sz="17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853255" y="4556679"/>
            <a:ext cx="2146742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粒子与大腿模型反应</a:t>
            </a:r>
            <a:endParaRPr lang="zh-CN" altLang="en-US" sz="17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777134" y="4556679"/>
            <a:ext cx="1710725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7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红骨髓能量沉积</a:t>
            </a:r>
            <a:endParaRPr lang="zh-CN" altLang="en-US" sz="17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/>
          <p:nvPr/>
        </p:nvPicPr>
        <p:blipFill rotWithShape="1">
          <a:blip r:embed="rId1"/>
          <a:srcRect r="25580"/>
          <a:stretch>
            <a:fillRect/>
          </a:stretch>
        </p:blipFill>
        <p:spPr>
          <a:xfrm>
            <a:off x="2458967" y="2705604"/>
            <a:ext cx="1560963" cy="120496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733" y="2705604"/>
            <a:ext cx="2285527" cy="1339616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15" y="2588218"/>
            <a:ext cx="1078626" cy="1322353"/>
          </a:xfrm>
          <a:prstGeom prst="rect">
            <a:avLst/>
          </a:prstGeom>
        </p:spPr>
      </p:pic>
      <p:sp>
        <p:nvSpPr>
          <p:cNvPr id="36" name="箭头: 右 35"/>
          <p:cNvSpPr/>
          <p:nvPr/>
        </p:nvSpPr>
        <p:spPr>
          <a:xfrm>
            <a:off x="1897704" y="3235359"/>
            <a:ext cx="339900" cy="140053"/>
          </a:xfrm>
          <a:prstGeom prst="rightArrow">
            <a:avLst/>
          </a:prstGeom>
          <a:solidFill>
            <a:srgbClr val="335485"/>
          </a:solidFill>
          <a:ln>
            <a:solidFill>
              <a:srgbClr val="335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右 36"/>
          <p:cNvSpPr/>
          <p:nvPr/>
        </p:nvSpPr>
        <p:spPr>
          <a:xfrm>
            <a:off x="4241293" y="3235358"/>
            <a:ext cx="339900" cy="140053"/>
          </a:xfrm>
          <a:prstGeom prst="rightArrow">
            <a:avLst/>
          </a:prstGeom>
          <a:solidFill>
            <a:srgbClr val="335485"/>
          </a:solidFill>
          <a:ln>
            <a:solidFill>
              <a:srgbClr val="335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/>
          <p:cNvSpPr/>
          <p:nvPr/>
        </p:nvSpPr>
        <p:spPr>
          <a:xfrm>
            <a:off x="6584882" y="3229227"/>
            <a:ext cx="339900" cy="140053"/>
          </a:xfrm>
          <a:prstGeom prst="rightArrow">
            <a:avLst/>
          </a:prstGeom>
          <a:solidFill>
            <a:srgbClr val="335485"/>
          </a:solidFill>
          <a:ln>
            <a:solidFill>
              <a:srgbClr val="335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/>
          <p:cNvSpPr/>
          <p:nvPr/>
        </p:nvSpPr>
        <p:spPr>
          <a:xfrm>
            <a:off x="8928471" y="3238060"/>
            <a:ext cx="339900" cy="140053"/>
          </a:xfrm>
          <a:prstGeom prst="rightArrow">
            <a:avLst/>
          </a:prstGeom>
          <a:solidFill>
            <a:srgbClr val="335485"/>
          </a:solidFill>
          <a:ln>
            <a:solidFill>
              <a:srgbClr val="335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4802556" y="2705604"/>
            <a:ext cx="1560963" cy="12049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146145" y="2705604"/>
            <a:ext cx="1560963" cy="12049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375D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1"/>
          <p:cNvSpPr txBox="1"/>
          <p:nvPr/>
        </p:nvSpPr>
        <p:spPr>
          <a:xfrm>
            <a:off x="938541" y="280687"/>
            <a:ext cx="8001352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科研训练经历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国家级大学生创新训练项目（正在进行）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47304" y="1019288"/>
            <a:ext cx="7697393" cy="587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面向 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en-US" altLang="zh-CN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的装置</a:t>
            </a:r>
            <a:endParaRPr lang="zh-CN" altLang="en-US" sz="2400" b="1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374215" y="1627915"/>
            <a:ext cx="3443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大学</a:t>
            </a:r>
            <a:r>
              <a:rPr lang="en-US" altLang="zh-CN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</a:t>
            </a:r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教授</a:t>
            </a:r>
            <a:r>
              <a:rPr lang="en-US" altLang="zh-CN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XXXX</a:t>
            </a:r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实验室</a:t>
            </a:r>
            <a:endParaRPr lang="en-US" altLang="zh-CN" sz="200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112002" y="2194828"/>
            <a:ext cx="9967996" cy="2157896"/>
            <a:chOff x="1112002" y="2499628"/>
            <a:chExt cx="9967996" cy="2157896"/>
          </a:xfrm>
        </p:grpSpPr>
        <p:sp>
          <p:nvSpPr>
            <p:cNvPr id="33" name="矩形 32"/>
            <p:cNvSpPr/>
            <p:nvPr/>
          </p:nvSpPr>
          <p:spPr>
            <a:xfrm>
              <a:off x="1415403" y="4312430"/>
              <a:ext cx="1241045" cy="34509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</a:t>
              </a:r>
              <a:r>
                <a:rPr lang="en-US" altLang="zh-CN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学长装置</a:t>
              </a:r>
              <a:endParaRPr lang="en-US" altLang="zh-CN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475477" y="4312430"/>
              <a:ext cx="1241045" cy="34509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</a:t>
              </a:r>
              <a:r>
                <a:rPr lang="en-US" altLang="zh-CN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设计装置</a:t>
              </a:r>
              <a:endParaRPr lang="en-US" altLang="zh-CN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9356014" y="4312430"/>
              <a:ext cx="1600118" cy="34509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</a:t>
              </a:r>
              <a:r>
                <a:rPr lang="en-US" altLang="zh-CN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14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实验系统装置</a:t>
              </a:r>
              <a:endParaRPr lang="en-US" altLang="zh-CN" sz="14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112002" y="2499628"/>
              <a:ext cx="9967996" cy="1734350"/>
              <a:chOff x="790575" y="2499628"/>
              <a:chExt cx="9967996" cy="1734350"/>
            </a:xfrm>
          </p:grpSpPr>
          <p:sp>
            <p:nvSpPr>
              <p:cNvPr id="36" name="箭头: 右 35"/>
              <p:cNvSpPr/>
              <p:nvPr/>
            </p:nvSpPr>
            <p:spPr>
              <a:xfrm>
                <a:off x="3158928" y="3294893"/>
                <a:ext cx="1171218" cy="143820"/>
              </a:xfrm>
              <a:prstGeom prst="rightArrow">
                <a:avLst/>
              </a:prstGeom>
              <a:solidFill>
                <a:srgbClr val="335485"/>
              </a:solidFill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箭头: 右 36"/>
              <p:cNvSpPr/>
              <p:nvPr/>
            </p:nvSpPr>
            <p:spPr>
              <a:xfrm>
                <a:off x="7219001" y="3294893"/>
                <a:ext cx="1171218" cy="143820"/>
              </a:xfrm>
              <a:prstGeom prst="rightArrow">
                <a:avLst/>
              </a:prstGeom>
              <a:solidFill>
                <a:srgbClr val="335485"/>
              </a:solidFill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3401890" y="2903890"/>
                <a:ext cx="712016" cy="38125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改进</a:t>
                </a:r>
                <a:endPara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7194037" y="2903890"/>
                <a:ext cx="1396536" cy="38125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进一步完善</a:t>
                </a:r>
                <a:endPara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790575" y="2499628"/>
                <a:ext cx="1847849" cy="17343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375D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图片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4850649" y="2499628"/>
                <a:ext cx="1847849" cy="17343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375D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图片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8910722" y="2499628"/>
                <a:ext cx="1847849" cy="173435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375D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图片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711666" y="4691296"/>
            <a:ext cx="10768668" cy="1341521"/>
            <a:chOff x="731095" y="4748446"/>
            <a:chExt cx="10768668" cy="1341521"/>
          </a:xfrm>
        </p:grpSpPr>
        <p:sp>
          <p:nvSpPr>
            <p:cNvPr id="46" name="矩形 45"/>
            <p:cNvSpPr/>
            <p:nvPr/>
          </p:nvSpPr>
          <p:spPr>
            <a:xfrm>
              <a:off x="731095" y="4748446"/>
              <a:ext cx="2009880" cy="134152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  </a:t>
              </a:r>
              <a:r>
                <a:rPr lang="zh-CN" altLang="en-US" sz="16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存在问题：</a:t>
              </a:r>
              <a:endParaRPr lang="en-US" altLang="zh-CN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  <a:p>
              <a:pPr lvl="0">
                <a:lnSpc>
                  <a:spcPct val="130000"/>
                </a:lnSpc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（</a:t>
              </a: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）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同轴度不高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  <a:p>
              <a:pPr lvl="0">
                <a:lnSpc>
                  <a:spcPct val="130000"/>
                </a:lnSpc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（</a:t>
              </a: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2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）内电极腐蚀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  <a:p>
              <a:pPr lvl="0">
                <a:lnSpc>
                  <a:spcPct val="130000"/>
                </a:lnSpc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（</a:t>
              </a: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3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）气密性不足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4110143" y="4748446"/>
              <a:ext cx="3014459" cy="134152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lvl="0">
                <a:lnSpc>
                  <a:spcPct val="130000"/>
                </a:lnSpc>
              </a:pPr>
              <a:r>
                <a:rPr lang="en-US" altLang="zh-CN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  </a:t>
              </a:r>
              <a:r>
                <a:rPr lang="zh-CN" altLang="en-US" sz="16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改进措施：</a:t>
              </a:r>
              <a:endParaRPr lang="en-US" altLang="zh-CN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  <a:p>
              <a:pPr lvl="0">
                <a:lnSpc>
                  <a:spcPct val="130000"/>
                </a:lnSpc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（</a:t>
              </a: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）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两端定位，嵌套设计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  <a:p>
              <a:pPr lvl="0">
                <a:lnSpc>
                  <a:spcPct val="130000"/>
                </a:lnSpc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（</a:t>
              </a: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2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）空心内电极，表面波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  <a:p>
              <a:pPr lvl="0">
                <a:lnSpc>
                  <a:spcPct val="130000"/>
                </a:lnSpc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（</a:t>
              </a: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3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）密封胶圈，使用</a:t>
              </a: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O</a:t>
              </a: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rPr>
                <a:t>型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华文宋体" panose="02010600040101010101" pitchFamily="2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742173" y="5222992"/>
              <a:ext cx="1172469" cy="728736"/>
              <a:chOff x="2656448" y="5270617"/>
              <a:chExt cx="1172469" cy="728736"/>
            </a:xfrm>
          </p:grpSpPr>
          <p:sp>
            <p:nvSpPr>
              <p:cNvPr id="53" name="箭头: 右 52"/>
              <p:cNvSpPr/>
              <p:nvPr/>
            </p:nvSpPr>
            <p:spPr>
              <a:xfrm>
                <a:off x="2657699" y="5270617"/>
                <a:ext cx="1171218" cy="91440"/>
              </a:xfrm>
              <a:prstGeom prst="rightArrow">
                <a:avLst/>
              </a:prstGeom>
              <a:solidFill>
                <a:srgbClr val="3354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箭头: 右 53"/>
              <p:cNvSpPr/>
              <p:nvPr/>
            </p:nvSpPr>
            <p:spPr>
              <a:xfrm>
                <a:off x="2657699" y="5589265"/>
                <a:ext cx="1171218" cy="91440"/>
              </a:xfrm>
              <a:prstGeom prst="rightArrow">
                <a:avLst/>
              </a:prstGeom>
              <a:solidFill>
                <a:srgbClr val="3354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箭头: 右 54"/>
              <p:cNvSpPr/>
              <p:nvPr/>
            </p:nvSpPr>
            <p:spPr>
              <a:xfrm>
                <a:off x="2656448" y="5907913"/>
                <a:ext cx="1171218" cy="91440"/>
              </a:xfrm>
              <a:prstGeom prst="rightArrow">
                <a:avLst/>
              </a:prstGeom>
              <a:solidFill>
                <a:srgbClr val="3354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7212265" y="4748446"/>
              <a:ext cx="4287498" cy="1341521"/>
              <a:chOff x="7296919" y="4743136"/>
              <a:chExt cx="4287498" cy="1341521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7540428" y="4743136"/>
                <a:ext cx="4043989" cy="1341521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</a:pPr>
                <a:r>
                  <a:rPr lang="en-US" altLang="zh-CN" sz="12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  </a:t>
                </a:r>
                <a:r>
                  <a:rPr lang="zh-CN" altLang="en-US" sz="16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实验小结： </a:t>
                </a:r>
                <a:endParaRPr lang="en-US" altLang="zh-CN" sz="16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（</a:t>
                </a:r>
                <a:r>
                  <a:rPr lang="en-US" altLang="zh-CN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）明确目的：</a:t>
                </a: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加工装置，体积质量应小</a:t>
                </a:r>
                <a:endPara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（</a:t>
                </a:r>
                <a:r>
                  <a:rPr lang="en-US" altLang="zh-CN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2</a:t>
                </a: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）建立框架：考虑系统各部分之间联系</a:t>
                </a:r>
                <a:endPara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（</a:t>
                </a:r>
                <a:r>
                  <a:rPr lang="en-US" altLang="zh-CN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3</a:t>
                </a:r>
                <a:r>
                  <a:rPr lang="zh-CN" altLang="en-US" sz="16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华文宋体" panose="02010600040101010101" pitchFamily="2" charset="-122"/>
                  </a:rPr>
                  <a:t>）模型改进：仿真优化并提炼设计准则</a:t>
                </a:r>
                <a:endPara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华文宋体" panose="02010600040101010101" pitchFamily="2" charset="-122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7957853" y="5252035"/>
                <a:ext cx="3014459" cy="463733"/>
              </a:xfrm>
              <a:prstGeom prst="rect">
                <a:avLst/>
              </a:prstGeom>
              <a:noFill/>
              <a:ln w="1270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7296919" y="5063934"/>
                <a:ext cx="389850" cy="701346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srgbClr val="33548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</a:t>
                </a:r>
                <a:endParaRPr lang="en-US" altLang="zh-CN" sz="1600" b="1" dirty="0">
                  <a:solidFill>
                    <a:srgbClr val="3354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srgbClr val="33548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局</a:t>
                </a:r>
                <a:endParaRPr lang="en-US" altLang="zh-CN" sz="1200" b="1" dirty="0">
                  <a:solidFill>
                    <a:srgbClr val="33548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7718716" y="5122258"/>
                <a:ext cx="3765606" cy="628825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57" name="直接连接符 56"/>
          <p:cNvCxnSpPr/>
          <p:nvPr/>
        </p:nvCxnSpPr>
        <p:spPr>
          <a:xfrm>
            <a:off x="0" y="4532502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1"/>
          <p:cNvSpPr txBox="1"/>
          <p:nvPr/>
        </p:nvSpPr>
        <p:spPr>
          <a:xfrm>
            <a:off x="938541" y="280687"/>
            <a:ext cx="8001352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研究生阶段规划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87" name="îŝlïḋê"/>
          <p:cNvGrpSpPr/>
          <p:nvPr/>
        </p:nvGrpSpPr>
        <p:grpSpPr>
          <a:xfrm>
            <a:off x="769938" y="3471545"/>
            <a:ext cx="2489835" cy="866775"/>
            <a:chOff x="773883" y="3575448"/>
            <a:chExt cx="2489672" cy="866546"/>
          </a:xfrm>
        </p:grpSpPr>
        <p:sp>
          <p:nvSpPr>
            <p:cNvPr id="117" name="iṡḻíde"/>
            <p:cNvSpPr txBox="1"/>
            <p:nvPr/>
          </p:nvSpPr>
          <p:spPr bwMode="auto">
            <a:xfrm>
              <a:off x="773883" y="3575448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r" latinLnBrk="0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+mj-lt"/>
                </a:rPr>
                <a:t>01</a:t>
              </a: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lt"/>
              </a:endParaRPr>
            </a:p>
          </p:txBody>
        </p:sp>
        <p:sp>
          <p:nvSpPr>
            <p:cNvPr id="118" name="iṣľiḍe"/>
            <p:cNvSpPr txBox="1"/>
            <p:nvPr/>
          </p:nvSpPr>
          <p:spPr bwMode="auto">
            <a:xfrm>
              <a:off x="773883" y="3931982"/>
              <a:ext cx="2489672" cy="510012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掌握好课程知识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8" name="îšḷïďe"/>
          <p:cNvGrpSpPr/>
          <p:nvPr/>
        </p:nvGrpSpPr>
        <p:grpSpPr>
          <a:xfrm>
            <a:off x="8932228" y="2340610"/>
            <a:ext cx="2489835" cy="1130935"/>
            <a:chOff x="9231995" y="2435481"/>
            <a:chExt cx="2489672" cy="1130935"/>
          </a:xfrm>
        </p:grpSpPr>
        <p:sp>
          <p:nvSpPr>
            <p:cNvPr id="115" name="îṡ1ïḍê"/>
            <p:cNvSpPr txBox="1"/>
            <p:nvPr/>
          </p:nvSpPr>
          <p:spPr bwMode="auto">
            <a:xfrm>
              <a:off x="9231995" y="2435481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l" latinLnBrk="0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</a:rPr>
                <a:t>05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endParaRPr>
            </a:p>
          </p:txBody>
        </p:sp>
        <p:sp>
          <p:nvSpPr>
            <p:cNvPr id="116" name="išlíḍé"/>
            <p:cNvSpPr txBox="1"/>
            <p:nvPr/>
          </p:nvSpPr>
          <p:spPr bwMode="auto">
            <a:xfrm>
              <a:off x="9231995" y="2791716"/>
              <a:ext cx="2276475" cy="774700"/>
            </a:xfrm>
            <a:prstGeom prst="rect">
              <a:avLst/>
            </a:prstGeom>
            <a:noFill/>
          </p:spPr>
          <p:txBody>
            <a:bodyPr wrap="square" lIns="90000" tIns="46800" rIns="90000" bIns="46800" anchor="ctr"/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找到心中热爱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树立未来目标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9" name="iṣḷîḑé"/>
          <p:cNvGrpSpPr/>
          <p:nvPr/>
        </p:nvGrpSpPr>
        <p:grpSpPr>
          <a:xfrm>
            <a:off x="6316028" y="3723005"/>
            <a:ext cx="2489835" cy="842010"/>
            <a:chOff x="6891735" y="3822576"/>
            <a:chExt cx="2489672" cy="841796"/>
          </a:xfrm>
        </p:grpSpPr>
        <p:sp>
          <p:nvSpPr>
            <p:cNvPr id="113" name="îślïde"/>
            <p:cNvSpPr txBox="1"/>
            <p:nvPr/>
          </p:nvSpPr>
          <p:spPr bwMode="auto">
            <a:xfrm>
              <a:off x="6891735" y="3822576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l" latinLnBrk="0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</a:rPr>
                <a:t>04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endParaRPr>
            </a:p>
          </p:txBody>
        </p:sp>
        <p:sp>
          <p:nvSpPr>
            <p:cNvPr id="114" name="is1îďê"/>
            <p:cNvSpPr txBox="1"/>
            <p:nvPr/>
          </p:nvSpPr>
          <p:spPr bwMode="auto">
            <a:xfrm>
              <a:off x="6891735" y="4179110"/>
              <a:ext cx="2489672" cy="485262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发表学术成果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0" name="îş1ïdè"/>
          <p:cNvGrpSpPr/>
          <p:nvPr/>
        </p:nvGrpSpPr>
        <p:grpSpPr>
          <a:xfrm>
            <a:off x="4143058" y="1803400"/>
            <a:ext cx="2489835" cy="866775"/>
            <a:chOff x="3791744" y="2079000"/>
            <a:chExt cx="2489672" cy="866546"/>
          </a:xfrm>
        </p:grpSpPr>
        <p:sp>
          <p:nvSpPr>
            <p:cNvPr id="111" name="iṧḻîḓè"/>
            <p:cNvSpPr txBox="1"/>
            <p:nvPr/>
          </p:nvSpPr>
          <p:spPr bwMode="auto">
            <a:xfrm>
              <a:off x="3791744" y="2079000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r" latinLnBrk="0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</a:rPr>
                <a:t>03</a:t>
              </a: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endParaRPr>
            </a:p>
          </p:txBody>
        </p:sp>
        <p:sp>
          <p:nvSpPr>
            <p:cNvPr id="112" name="ïŝľîḍé"/>
            <p:cNvSpPr txBox="1"/>
            <p:nvPr/>
          </p:nvSpPr>
          <p:spPr bwMode="auto">
            <a:xfrm>
              <a:off x="3791744" y="2435534"/>
              <a:ext cx="2489672" cy="510012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认真科研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ïṥlíďe"/>
          <p:cNvGrpSpPr/>
          <p:nvPr/>
        </p:nvGrpSpPr>
        <p:grpSpPr>
          <a:xfrm>
            <a:off x="4310063" y="4528185"/>
            <a:ext cx="2489835" cy="842008"/>
            <a:chOff x="4902082" y="4289266"/>
            <a:chExt cx="2489672" cy="841794"/>
          </a:xfrm>
        </p:grpSpPr>
        <p:sp>
          <p:nvSpPr>
            <p:cNvPr id="109" name="íṡḻïḓé"/>
            <p:cNvSpPr txBox="1"/>
            <p:nvPr/>
          </p:nvSpPr>
          <p:spPr bwMode="auto">
            <a:xfrm>
              <a:off x="4902082" y="4289266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l" latinLnBrk="0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</a:rPr>
                <a:t>02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endParaRPr>
            </a:p>
          </p:txBody>
        </p:sp>
        <p:sp>
          <p:nvSpPr>
            <p:cNvPr id="110" name="îṧḻiďê"/>
            <p:cNvSpPr txBox="1"/>
            <p:nvPr/>
          </p:nvSpPr>
          <p:spPr bwMode="auto">
            <a:xfrm>
              <a:off x="4902082" y="4645798"/>
              <a:ext cx="2489672" cy="485262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/>
            </a:bodyPr>
            <a:lstStyle>
              <a:defPPr>
                <a:defRPr lang="zh-CN"/>
              </a:defPPr>
              <a:lvl1pPr algn="r">
                <a:lnSpc>
                  <a:spcPct val="120000"/>
                </a:lnSpc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dirty="0"/>
                <a:t>结识良师益友</a:t>
              </a:r>
              <a:endParaRPr lang="zh-CN" altLang="en-US" dirty="0"/>
            </a:p>
          </p:txBody>
        </p:sp>
      </p:grpSp>
      <p:grpSp>
        <p:nvGrpSpPr>
          <p:cNvPr id="92" name="isḻiḓé"/>
          <p:cNvGrpSpPr/>
          <p:nvPr/>
        </p:nvGrpSpPr>
        <p:grpSpPr>
          <a:xfrm>
            <a:off x="3302318" y="2292985"/>
            <a:ext cx="5629275" cy="1983740"/>
            <a:chOff x="3435351" y="2361884"/>
            <a:chExt cx="5629318" cy="1983428"/>
          </a:xfrm>
        </p:grpSpPr>
        <p:sp>
          <p:nvSpPr>
            <p:cNvPr id="98" name="îṡļidè"/>
            <p:cNvSpPr/>
            <p:nvPr/>
          </p:nvSpPr>
          <p:spPr>
            <a:xfrm>
              <a:off x="3435351" y="3693484"/>
              <a:ext cx="1320057" cy="6518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9" name="ïsľiḓé"/>
            <p:cNvSpPr/>
            <p:nvPr/>
          </p:nvSpPr>
          <p:spPr>
            <a:xfrm rot="5400000">
              <a:off x="4121452" y="3711356"/>
              <a:ext cx="952317" cy="315593"/>
            </a:xfrm>
            <a:prstGeom prst="parallelogram">
              <a:avLst>
                <a:gd name="adj" fmla="val 104466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0" name="iṥ1îḍê"/>
            <p:cNvSpPr/>
            <p:nvPr/>
          </p:nvSpPr>
          <p:spPr>
            <a:xfrm>
              <a:off x="4439816" y="3392996"/>
              <a:ext cx="1320057" cy="65182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1" name="íšḻîḑé"/>
            <p:cNvSpPr/>
            <p:nvPr/>
          </p:nvSpPr>
          <p:spPr>
            <a:xfrm rot="5400000">
              <a:off x="5125916" y="3410867"/>
              <a:ext cx="952317" cy="315593"/>
            </a:xfrm>
            <a:prstGeom prst="parallelogram">
              <a:avLst>
                <a:gd name="adj" fmla="val 105939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2" name="iślíďe"/>
            <p:cNvSpPr/>
            <p:nvPr/>
          </p:nvSpPr>
          <p:spPr>
            <a:xfrm>
              <a:off x="5444280" y="3092506"/>
              <a:ext cx="1320057" cy="6518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3" name="ïşḻiďè"/>
            <p:cNvSpPr/>
            <p:nvPr/>
          </p:nvSpPr>
          <p:spPr>
            <a:xfrm rot="5400000">
              <a:off x="6130380" y="3110377"/>
              <a:ext cx="952317" cy="315593"/>
            </a:xfrm>
            <a:prstGeom prst="parallelogram">
              <a:avLst>
                <a:gd name="adj" fmla="val 105939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4" name="ïṧḷïḓè"/>
            <p:cNvSpPr/>
            <p:nvPr/>
          </p:nvSpPr>
          <p:spPr>
            <a:xfrm>
              <a:off x="6448743" y="2792017"/>
              <a:ext cx="1320057" cy="6518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5" name="isļíḓè"/>
            <p:cNvSpPr/>
            <p:nvPr/>
          </p:nvSpPr>
          <p:spPr>
            <a:xfrm rot="5400000">
              <a:off x="7134845" y="2810983"/>
              <a:ext cx="952317" cy="315593"/>
            </a:xfrm>
            <a:prstGeom prst="parallelogram">
              <a:avLst>
                <a:gd name="adj" fmla="val 106676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6" name="îşľiḓe"/>
            <p:cNvSpPr/>
            <p:nvPr/>
          </p:nvSpPr>
          <p:spPr>
            <a:xfrm rot="5400000">
              <a:off x="7812991" y="2002097"/>
              <a:ext cx="891891" cy="1611464"/>
            </a:xfrm>
            <a:custGeom>
              <a:avLst/>
              <a:gdLst>
                <a:gd name="connsiteX0" fmla="*/ 0 w 1019112"/>
                <a:gd name="connsiteY0" fmla="*/ 298436 h 1650344"/>
                <a:gd name="connsiteX1" fmla="*/ 509556 w 1019112"/>
                <a:gd name="connsiteY1" fmla="*/ 0 h 1650344"/>
                <a:gd name="connsiteX2" fmla="*/ 1019112 w 1019112"/>
                <a:gd name="connsiteY2" fmla="*/ 298436 h 1650344"/>
                <a:gd name="connsiteX3" fmla="*/ 887593 w 1019112"/>
                <a:gd name="connsiteY3" fmla="*/ 298436 h 1650344"/>
                <a:gd name="connsiteX4" fmla="*/ 887593 w 1019112"/>
                <a:gd name="connsiteY4" fmla="*/ 1650344 h 1650344"/>
                <a:gd name="connsiteX5" fmla="*/ 147853 w 1019112"/>
                <a:gd name="connsiteY5" fmla="*/ 1650344 h 1650344"/>
                <a:gd name="connsiteX6" fmla="*/ 147853 w 1019112"/>
                <a:gd name="connsiteY6" fmla="*/ 298436 h 165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9112" h="1650344">
                  <a:moveTo>
                    <a:pt x="0" y="298436"/>
                  </a:moveTo>
                  <a:lnTo>
                    <a:pt x="509556" y="0"/>
                  </a:lnTo>
                  <a:lnTo>
                    <a:pt x="1019112" y="298436"/>
                  </a:lnTo>
                  <a:lnTo>
                    <a:pt x="887593" y="298436"/>
                  </a:lnTo>
                  <a:lnTo>
                    <a:pt x="887593" y="1650344"/>
                  </a:lnTo>
                  <a:lnTo>
                    <a:pt x="147853" y="1650344"/>
                  </a:lnTo>
                  <a:lnTo>
                    <a:pt x="147853" y="29843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7" name="ïşļîďé"/>
            <p:cNvSpPr>
              <a:spLocks noChangeAspect="1"/>
            </p:cNvSpPr>
            <p:nvPr/>
          </p:nvSpPr>
          <p:spPr bwMode="auto">
            <a:xfrm>
              <a:off x="3682283" y="3785681"/>
              <a:ext cx="468000" cy="468000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8" name="iṡ1íḓè"/>
            <p:cNvSpPr>
              <a:spLocks noChangeAspect="1"/>
            </p:cNvSpPr>
            <p:nvPr/>
          </p:nvSpPr>
          <p:spPr bwMode="auto">
            <a:xfrm>
              <a:off x="6705852" y="2884410"/>
              <a:ext cx="468000" cy="468000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93" name="išḷíḋè"/>
          <p:cNvSpPr>
            <a:spLocks noChangeAspect="1"/>
          </p:cNvSpPr>
          <p:nvPr/>
        </p:nvSpPr>
        <p:spPr bwMode="auto">
          <a:xfrm>
            <a:off x="5722303" y="3112770"/>
            <a:ext cx="313055" cy="467995"/>
          </a:xfrm>
          <a:custGeom>
            <a:avLst/>
            <a:gdLst/>
            <a:ahLst/>
            <a:cxnLst>
              <a:cxn ang="0">
                <a:pos x="31" y="30"/>
              </a:cxn>
              <a:cxn ang="0">
                <a:pos x="36" y="18"/>
              </a:cxn>
              <a:cxn ang="0">
                <a:pos x="18" y="0"/>
              </a:cxn>
              <a:cxn ang="0">
                <a:pos x="0" y="18"/>
              </a:cxn>
              <a:cxn ang="0">
                <a:pos x="5" y="30"/>
              </a:cxn>
              <a:cxn ang="0">
                <a:pos x="5" y="30"/>
              </a:cxn>
              <a:cxn ang="0">
                <a:pos x="10" y="42"/>
              </a:cxn>
              <a:cxn ang="0">
                <a:pos x="9" y="44"/>
              </a:cxn>
              <a:cxn ang="0">
                <a:pos x="11" y="46"/>
              </a:cxn>
              <a:cxn ang="0">
                <a:pos x="9" y="48"/>
              </a:cxn>
              <a:cxn ang="0">
                <a:pos x="11" y="50"/>
              </a:cxn>
              <a:cxn ang="0">
                <a:pos x="9" y="52"/>
              </a:cxn>
              <a:cxn ang="0">
                <a:pos x="12" y="54"/>
              </a:cxn>
              <a:cxn ang="0">
                <a:pos x="24" y="54"/>
              </a:cxn>
              <a:cxn ang="0">
                <a:pos x="27" y="52"/>
              </a:cxn>
              <a:cxn ang="0">
                <a:pos x="26" y="50"/>
              </a:cxn>
              <a:cxn ang="0">
                <a:pos x="27" y="48"/>
              </a:cxn>
              <a:cxn ang="0">
                <a:pos x="26" y="46"/>
              </a:cxn>
              <a:cxn ang="0">
                <a:pos x="27" y="44"/>
              </a:cxn>
              <a:cxn ang="0">
                <a:pos x="26" y="42"/>
              </a:cxn>
              <a:cxn ang="0">
                <a:pos x="31" y="30"/>
              </a:cxn>
              <a:cxn ang="0">
                <a:pos x="19" y="42"/>
              </a:cxn>
              <a:cxn ang="0">
                <a:pos x="18" y="42"/>
              </a:cxn>
              <a:cxn ang="0">
                <a:pos x="18" y="33"/>
              </a:cxn>
              <a:cxn ang="0">
                <a:pos x="18" y="32"/>
              </a:cxn>
              <a:cxn ang="0">
                <a:pos x="19" y="33"/>
              </a:cxn>
              <a:cxn ang="0">
                <a:pos x="19" y="33"/>
              </a:cxn>
              <a:cxn ang="0">
                <a:pos x="19" y="42"/>
              </a:cxn>
              <a:cxn ang="0">
                <a:pos x="29" y="28"/>
              </a:cxn>
              <a:cxn ang="0">
                <a:pos x="29" y="28"/>
              </a:cxn>
              <a:cxn ang="0">
                <a:pos x="23" y="42"/>
              </a:cxn>
              <a:cxn ang="0">
                <a:pos x="21" y="42"/>
              </a:cxn>
              <a:cxn ang="0">
                <a:pos x="21" y="33"/>
              </a:cxn>
              <a:cxn ang="0">
                <a:pos x="21" y="33"/>
              </a:cxn>
              <a:cxn ang="0">
                <a:pos x="26" y="19"/>
              </a:cxn>
              <a:cxn ang="0">
                <a:pos x="25" y="19"/>
              </a:cxn>
              <a:cxn ang="0">
                <a:pos x="24" y="19"/>
              </a:cxn>
              <a:cxn ang="0">
                <a:pos x="21" y="29"/>
              </a:cxn>
              <a:cxn ang="0">
                <a:pos x="21" y="23"/>
              </a:cxn>
              <a:cxn ang="0">
                <a:pos x="21" y="23"/>
              </a:cxn>
              <a:cxn ang="0">
                <a:pos x="20" y="23"/>
              </a:cxn>
              <a:cxn ang="0">
                <a:pos x="20" y="30"/>
              </a:cxn>
              <a:cxn ang="0">
                <a:pos x="18" y="30"/>
              </a:cxn>
              <a:cxn ang="0">
                <a:pos x="16" y="30"/>
              </a:cxn>
              <a:cxn ang="0">
                <a:pos x="16" y="23"/>
              </a:cxn>
              <a:cxn ang="0">
                <a:pos x="16" y="23"/>
              </a:cxn>
              <a:cxn ang="0">
                <a:pos x="15" y="23"/>
              </a:cxn>
              <a:cxn ang="0">
                <a:pos x="15" y="29"/>
              </a:cxn>
              <a:cxn ang="0">
                <a:pos x="12" y="19"/>
              </a:cxn>
              <a:cxn ang="0">
                <a:pos x="11" y="19"/>
              </a:cxn>
              <a:cxn ang="0">
                <a:pos x="11" y="19"/>
              </a:cxn>
              <a:cxn ang="0">
                <a:pos x="15" y="33"/>
              </a:cxn>
              <a:cxn ang="0">
                <a:pos x="15" y="33"/>
              </a:cxn>
              <a:cxn ang="0">
                <a:pos x="15" y="42"/>
              </a:cxn>
              <a:cxn ang="0">
                <a:pos x="13" y="42"/>
              </a:cxn>
              <a:cxn ang="0">
                <a:pos x="7" y="28"/>
              </a:cxn>
              <a:cxn ang="0">
                <a:pos x="7" y="28"/>
              </a:cxn>
              <a:cxn ang="0">
                <a:pos x="7" y="28"/>
              </a:cxn>
              <a:cxn ang="0">
                <a:pos x="3" y="18"/>
              </a:cxn>
              <a:cxn ang="0">
                <a:pos x="18" y="3"/>
              </a:cxn>
              <a:cxn ang="0">
                <a:pos x="33" y="18"/>
              </a:cxn>
              <a:cxn ang="0">
                <a:pos x="29" y="28"/>
              </a:cxn>
            </a:cxnLst>
            <a:rect l="0" t="0" r="r" b="b"/>
            <a:pathLst>
              <a:path w="36" h="54">
                <a:moveTo>
                  <a:pt x="31" y="30"/>
                </a:moveTo>
                <a:cubicBezTo>
                  <a:pt x="34" y="27"/>
                  <a:pt x="36" y="22"/>
                  <a:pt x="36" y="18"/>
                </a:cubicBezTo>
                <a:cubicBezTo>
                  <a:pt x="36" y="8"/>
                  <a:pt x="28" y="0"/>
                  <a:pt x="18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22"/>
                  <a:pt x="2" y="27"/>
                  <a:pt x="5" y="30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10" y="36"/>
                  <a:pt x="10" y="42"/>
                </a:cubicBezTo>
                <a:cubicBezTo>
                  <a:pt x="10" y="43"/>
                  <a:pt x="9" y="43"/>
                  <a:pt x="9" y="44"/>
                </a:cubicBezTo>
                <a:cubicBezTo>
                  <a:pt x="9" y="45"/>
                  <a:pt x="10" y="45"/>
                  <a:pt x="11" y="46"/>
                </a:cubicBezTo>
                <a:cubicBezTo>
                  <a:pt x="10" y="46"/>
                  <a:pt x="9" y="47"/>
                  <a:pt x="9" y="48"/>
                </a:cubicBezTo>
                <a:cubicBezTo>
                  <a:pt x="9" y="49"/>
                  <a:pt x="10" y="49"/>
                  <a:pt x="11" y="50"/>
                </a:cubicBezTo>
                <a:cubicBezTo>
                  <a:pt x="10" y="50"/>
                  <a:pt x="9" y="51"/>
                  <a:pt x="9" y="52"/>
                </a:cubicBezTo>
                <a:cubicBezTo>
                  <a:pt x="9" y="53"/>
                  <a:pt x="11" y="54"/>
                  <a:pt x="12" y="54"/>
                </a:cubicBezTo>
                <a:cubicBezTo>
                  <a:pt x="24" y="54"/>
                  <a:pt x="24" y="54"/>
                  <a:pt x="24" y="54"/>
                </a:cubicBezTo>
                <a:cubicBezTo>
                  <a:pt x="26" y="54"/>
                  <a:pt x="27" y="53"/>
                  <a:pt x="27" y="52"/>
                </a:cubicBezTo>
                <a:cubicBezTo>
                  <a:pt x="27" y="51"/>
                  <a:pt x="26" y="50"/>
                  <a:pt x="26" y="50"/>
                </a:cubicBezTo>
                <a:cubicBezTo>
                  <a:pt x="26" y="49"/>
                  <a:pt x="27" y="49"/>
                  <a:pt x="27" y="48"/>
                </a:cubicBezTo>
                <a:cubicBezTo>
                  <a:pt x="27" y="47"/>
                  <a:pt x="26" y="46"/>
                  <a:pt x="26" y="46"/>
                </a:cubicBezTo>
                <a:cubicBezTo>
                  <a:pt x="26" y="45"/>
                  <a:pt x="27" y="45"/>
                  <a:pt x="27" y="44"/>
                </a:cubicBezTo>
                <a:cubicBezTo>
                  <a:pt x="27" y="43"/>
                  <a:pt x="27" y="43"/>
                  <a:pt x="26" y="42"/>
                </a:cubicBezTo>
                <a:cubicBezTo>
                  <a:pt x="26" y="36"/>
                  <a:pt x="31" y="30"/>
                  <a:pt x="31" y="30"/>
                </a:cubicBezTo>
                <a:close/>
                <a:moveTo>
                  <a:pt x="19" y="42"/>
                </a:moveTo>
                <a:cubicBezTo>
                  <a:pt x="18" y="42"/>
                  <a:pt x="18" y="42"/>
                  <a:pt x="18" y="42"/>
                </a:cubicBezTo>
                <a:cubicBezTo>
                  <a:pt x="18" y="33"/>
                  <a:pt x="18" y="33"/>
                  <a:pt x="18" y="33"/>
                </a:cubicBezTo>
                <a:cubicBezTo>
                  <a:pt x="18" y="32"/>
                  <a:pt x="18" y="32"/>
                  <a:pt x="18" y="32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33"/>
                  <a:pt x="19" y="33"/>
                  <a:pt x="19" y="33"/>
                </a:cubicBezTo>
                <a:lnTo>
                  <a:pt x="19" y="42"/>
                </a:lnTo>
                <a:close/>
                <a:moveTo>
                  <a:pt x="29" y="28"/>
                </a:moveTo>
                <a:cubicBezTo>
                  <a:pt x="29" y="28"/>
                  <a:pt x="29" y="28"/>
                  <a:pt x="29" y="28"/>
                </a:cubicBezTo>
                <a:cubicBezTo>
                  <a:pt x="29" y="28"/>
                  <a:pt x="24" y="35"/>
                  <a:pt x="23" y="42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33"/>
                  <a:pt x="21" y="33"/>
                  <a:pt x="21" y="33"/>
                </a:cubicBezTo>
                <a:cubicBezTo>
                  <a:pt x="21" y="33"/>
                  <a:pt x="21" y="33"/>
                  <a:pt x="21" y="33"/>
                </a:cubicBezTo>
                <a:cubicBezTo>
                  <a:pt x="26" y="19"/>
                  <a:pt x="26" y="19"/>
                  <a:pt x="26" y="19"/>
                </a:cubicBezTo>
                <a:cubicBezTo>
                  <a:pt x="25" y="19"/>
                  <a:pt x="25" y="19"/>
                  <a:pt x="25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0"/>
                  <a:pt x="19" y="30"/>
                  <a:pt x="18" y="30"/>
                </a:cubicBezTo>
                <a:cubicBezTo>
                  <a:pt x="17" y="30"/>
                  <a:pt x="17" y="30"/>
                  <a:pt x="16" y="30"/>
                </a:cubicBezTo>
                <a:cubicBezTo>
                  <a:pt x="16" y="23"/>
                  <a:pt x="16" y="23"/>
                  <a:pt x="16" y="23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9"/>
                  <a:pt x="15" y="29"/>
                  <a:pt x="15" y="29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42"/>
                  <a:pt x="15" y="42"/>
                  <a:pt x="15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2" y="35"/>
                  <a:pt x="7" y="28"/>
                  <a:pt x="7" y="28"/>
                </a:cubicBezTo>
                <a:cubicBezTo>
                  <a:pt x="7" y="28"/>
                  <a:pt x="7" y="28"/>
                  <a:pt x="7" y="28"/>
                </a:cubicBezTo>
                <a:cubicBezTo>
                  <a:pt x="7" y="28"/>
                  <a:pt x="7" y="28"/>
                  <a:pt x="7" y="28"/>
                </a:cubicBezTo>
                <a:cubicBezTo>
                  <a:pt x="5" y="25"/>
                  <a:pt x="3" y="22"/>
                  <a:pt x="3" y="18"/>
                </a:cubicBezTo>
                <a:cubicBezTo>
                  <a:pt x="3" y="10"/>
                  <a:pt x="10" y="3"/>
                  <a:pt x="18" y="3"/>
                </a:cubicBezTo>
                <a:cubicBezTo>
                  <a:pt x="26" y="3"/>
                  <a:pt x="33" y="10"/>
                  <a:pt x="33" y="18"/>
                </a:cubicBezTo>
                <a:cubicBezTo>
                  <a:pt x="33" y="22"/>
                  <a:pt x="32" y="25"/>
                  <a:pt x="29" y="2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94" name="íśḻïďê"/>
          <p:cNvSpPr/>
          <p:nvPr/>
        </p:nvSpPr>
        <p:spPr bwMode="auto">
          <a:xfrm>
            <a:off x="4785678" y="3404870"/>
            <a:ext cx="184785" cy="175895"/>
          </a:xfrm>
          <a:prstGeom prst="ellipse">
            <a:avLst/>
          </a:pr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95" name="îśľïḍê"/>
          <p:cNvSpPr/>
          <p:nvPr/>
        </p:nvSpPr>
        <p:spPr bwMode="auto">
          <a:xfrm>
            <a:off x="4668838" y="3613150"/>
            <a:ext cx="400685" cy="259715"/>
          </a:xfrm>
          <a:custGeom>
            <a:avLst/>
            <a:gdLst/>
            <a:ahLst/>
            <a:cxnLst>
              <a:cxn ang="0">
                <a:pos x="23" y="3"/>
              </a:cxn>
              <a:cxn ang="0">
                <a:pos x="19" y="0"/>
              </a:cxn>
              <a:cxn ang="0">
                <a:pos x="19" y="0"/>
              </a:cxn>
              <a:cxn ang="0">
                <a:pos x="17" y="0"/>
              </a:cxn>
              <a:cxn ang="0">
                <a:pos x="15" y="5"/>
              </a:cxn>
              <a:cxn ang="0">
                <a:pos x="13" y="10"/>
              </a:cxn>
              <a:cxn ang="0">
                <a:pos x="10" y="5"/>
              </a:cxn>
              <a:cxn ang="0">
                <a:pos x="8" y="0"/>
              </a:cxn>
              <a:cxn ang="0">
                <a:pos x="5" y="0"/>
              </a:cxn>
              <a:cxn ang="0">
                <a:pos x="5" y="0"/>
              </a:cxn>
              <a:cxn ang="0">
                <a:pos x="1" y="3"/>
              </a:cxn>
              <a:cxn ang="0">
                <a:pos x="0" y="15"/>
              </a:cxn>
              <a:cxn ang="0">
                <a:pos x="4" y="15"/>
              </a:cxn>
              <a:cxn ang="0">
                <a:pos x="4" y="6"/>
              </a:cxn>
              <a:cxn ang="0">
                <a:pos x="5" y="6"/>
              </a:cxn>
              <a:cxn ang="0">
                <a:pos x="5" y="15"/>
              </a:cxn>
              <a:cxn ang="0">
                <a:pos x="19" y="15"/>
              </a:cxn>
              <a:cxn ang="0">
                <a:pos x="19" y="6"/>
              </a:cxn>
              <a:cxn ang="0">
                <a:pos x="19" y="6"/>
              </a:cxn>
              <a:cxn ang="0">
                <a:pos x="20" y="6"/>
              </a:cxn>
              <a:cxn ang="0">
                <a:pos x="20" y="15"/>
              </a:cxn>
              <a:cxn ang="0">
                <a:pos x="23" y="15"/>
              </a:cxn>
              <a:cxn ang="0">
                <a:pos x="23" y="3"/>
              </a:cxn>
            </a:cxnLst>
            <a:rect l="0" t="0" r="r" b="b"/>
            <a:pathLst>
              <a:path w="24" h="15">
                <a:moveTo>
                  <a:pt x="23" y="3"/>
                </a:moveTo>
                <a:cubicBezTo>
                  <a:pt x="22" y="0"/>
                  <a:pt x="20" y="0"/>
                  <a:pt x="19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5"/>
                  <a:pt x="15" y="5"/>
                  <a:pt x="15" y="5"/>
                </a:cubicBezTo>
                <a:cubicBezTo>
                  <a:pt x="13" y="10"/>
                  <a:pt x="13" y="10"/>
                  <a:pt x="13" y="10"/>
                </a:cubicBezTo>
                <a:cubicBezTo>
                  <a:pt x="10" y="5"/>
                  <a:pt x="10" y="5"/>
                  <a:pt x="10" y="5"/>
                </a:cubicBezTo>
                <a:cubicBezTo>
                  <a:pt x="8" y="0"/>
                  <a:pt x="8" y="0"/>
                  <a:pt x="8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4" y="0"/>
                  <a:pt x="2" y="1"/>
                  <a:pt x="1" y="3"/>
                </a:cubicBezTo>
                <a:cubicBezTo>
                  <a:pt x="0" y="4"/>
                  <a:pt x="0" y="10"/>
                  <a:pt x="0" y="15"/>
                </a:cubicBezTo>
                <a:cubicBezTo>
                  <a:pt x="4" y="15"/>
                  <a:pt x="4" y="15"/>
                  <a:pt x="4" y="15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4" y="6"/>
                  <a:pt x="5" y="6"/>
                </a:cubicBezTo>
                <a:cubicBezTo>
                  <a:pt x="5" y="15"/>
                  <a:pt x="5" y="15"/>
                  <a:pt x="5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0" y="15"/>
                  <a:pt x="20" y="15"/>
                  <a:pt x="20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4" y="10"/>
                  <a:pt x="24" y="4"/>
                  <a:pt x="23" y="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96" name="íŝļiḋê"/>
          <p:cNvSpPr/>
          <p:nvPr/>
        </p:nvSpPr>
        <p:spPr bwMode="auto">
          <a:xfrm>
            <a:off x="4853623" y="3613150"/>
            <a:ext cx="49530" cy="171450"/>
          </a:xfrm>
          <a:custGeom>
            <a:avLst/>
            <a:gdLst/>
            <a:ahLst/>
            <a:cxnLst>
              <a:cxn ang="0">
                <a:pos x="2" y="1"/>
              </a:cxn>
              <a:cxn ang="0">
                <a:pos x="2" y="0"/>
              </a:cxn>
              <a:cxn ang="0">
                <a:pos x="2" y="0"/>
              </a:cxn>
              <a:cxn ang="0">
                <a:pos x="1" y="0"/>
              </a:cxn>
              <a:cxn ang="0">
                <a:pos x="1" y="1"/>
              </a:cxn>
              <a:cxn ang="0">
                <a:pos x="0" y="7"/>
              </a:cxn>
              <a:cxn ang="0">
                <a:pos x="2" y="10"/>
              </a:cxn>
              <a:cxn ang="0">
                <a:pos x="3" y="7"/>
              </a:cxn>
              <a:cxn ang="0">
                <a:pos x="2" y="1"/>
              </a:cxn>
            </a:cxnLst>
            <a:rect l="0" t="0" r="r" b="b"/>
            <a:pathLst>
              <a:path w="3" h="10">
                <a:moveTo>
                  <a:pt x="2" y="1"/>
                </a:moveTo>
                <a:cubicBezTo>
                  <a:pt x="2" y="1"/>
                  <a:pt x="2" y="1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7"/>
                  <a:pt x="0" y="7"/>
                  <a:pt x="0" y="7"/>
                </a:cubicBezTo>
                <a:cubicBezTo>
                  <a:pt x="2" y="10"/>
                  <a:pt x="2" y="10"/>
                  <a:pt x="2" y="10"/>
                </a:cubicBezTo>
                <a:cubicBezTo>
                  <a:pt x="3" y="7"/>
                  <a:pt x="3" y="7"/>
                  <a:pt x="3" y="7"/>
                </a:cubicBezTo>
                <a:lnTo>
                  <a:pt x="2" y="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97" name="ísļîḓè"/>
          <p:cNvSpPr>
            <a:spLocks noChangeAspect="1"/>
          </p:cNvSpPr>
          <p:nvPr/>
        </p:nvSpPr>
        <p:spPr bwMode="auto">
          <a:xfrm>
            <a:off x="7759383" y="2505075"/>
            <a:ext cx="455295" cy="46799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7" y="0"/>
                </a:moveTo>
                <a:cubicBezTo>
                  <a:pt x="12301" y="0"/>
                  <a:pt x="13705" y="282"/>
                  <a:pt x="15011" y="847"/>
                </a:cubicBezTo>
                <a:cubicBezTo>
                  <a:pt x="16319" y="1408"/>
                  <a:pt x="17463" y="2176"/>
                  <a:pt x="18449" y="3156"/>
                </a:cubicBezTo>
                <a:cubicBezTo>
                  <a:pt x="19432" y="4133"/>
                  <a:pt x="20201" y="5277"/>
                  <a:pt x="20760" y="6590"/>
                </a:cubicBezTo>
                <a:cubicBezTo>
                  <a:pt x="21317" y="7900"/>
                  <a:pt x="21599" y="9306"/>
                  <a:pt x="21599" y="10800"/>
                </a:cubicBezTo>
                <a:cubicBezTo>
                  <a:pt x="21599" y="12293"/>
                  <a:pt x="21317" y="13699"/>
                  <a:pt x="20760" y="15009"/>
                </a:cubicBezTo>
                <a:cubicBezTo>
                  <a:pt x="20201" y="16320"/>
                  <a:pt x="19430" y="17466"/>
                  <a:pt x="18449" y="18443"/>
                </a:cubicBezTo>
                <a:cubicBezTo>
                  <a:pt x="17463" y="19423"/>
                  <a:pt x="16319" y="20191"/>
                  <a:pt x="15011" y="20752"/>
                </a:cubicBezTo>
                <a:cubicBezTo>
                  <a:pt x="13705" y="21317"/>
                  <a:pt x="12301" y="21599"/>
                  <a:pt x="10807" y="21599"/>
                </a:cubicBezTo>
                <a:cubicBezTo>
                  <a:pt x="9309" y="21599"/>
                  <a:pt x="7905" y="21317"/>
                  <a:pt x="6594" y="20752"/>
                </a:cubicBezTo>
                <a:cubicBezTo>
                  <a:pt x="5280" y="20191"/>
                  <a:pt x="4136" y="19423"/>
                  <a:pt x="3158" y="18443"/>
                </a:cubicBezTo>
                <a:cubicBezTo>
                  <a:pt x="2178" y="17466"/>
                  <a:pt x="1409" y="16320"/>
                  <a:pt x="847" y="15009"/>
                </a:cubicBezTo>
                <a:cubicBezTo>
                  <a:pt x="282" y="13699"/>
                  <a:pt x="0" y="12293"/>
                  <a:pt x="0" y="10800"/>
                </a:cubicBezTo>
                <a:cubicBezTo>
                  <a:pt x="0" y="9306"/>
                  <a:pt x="282" y="7900"/>
                  <a:pt x="847" y="6590"/>
                </a:cubicBezTo>
                <a:cubicBezTo>
                  <a:pt x="1409" y="5277"/>
                  <a:pt x="2181" y="4133"/>
                  <a:pt x="3158" y="3156"/>
                </a:cubicBezTo>
                <a:cubicBezTo>
                  <a:pt x="4136" y="2176"/>
                  <a:pt x="5280" y="1408"/>
                  <a:pt x="6594" y="847"/>
                </a:cubicBezTo>
                <a:cubicBezTo>
                  <a:pt x="7902" y="282"/>
                  <a:pt x="9306" y="0"/>
                  <a:pt x="10807" y="0"/>
                </a:cubicBezTo>
                <a:moveTo>
                  <a:pt x="18164" y="8812"/>
                </a:moveTo>
                <a:cubicBezTo>
                  <a:pt x="18288" y="8688"/>
                  <a:pt x="18353" y="8532"/>
                  <a:pt x="18359" y="8354"/>
                </a:cubicBezTo>
                <a:cubicBezTo>
                  <a:pt x="18362" y="8171"/>
                  <a:pt x="18299" y="8021"/>
                  <a:pt x="18164" y="7894"/>
                </a:cubicBezTo>
                <a:lnTo>
                  <a:pt x="16757" y="6448"/>
                </a:lnTo>
                <a:cubicBezTo>
                  <a:pt x="16613" y="6321"/>
                  <a:pt x="16454" y="6259"/>
                  <a:pt x="16276" y="6259"/>
                </a:cubicBezTo>
                <a:cubicBezTo>
                  <a:pt x="16099" y="6259"/>
                  <a:pt x="15946" y="6321"/>
                  <a:pt x="15810" y="6448"/>
                </a:cubicBezTo>
                <a:lnTo>
                  <a:pt x="9696" y="12570"/>
                </a:lnTo>
                <a:cubicBezTo>
                  <a:pt x="9569" y="12697"/>
                  <a:pt x="9416" y="12759"/>
                  <a:pt x="9244" y="12759"/>
                </a:cubicBezTo>
                <a:cubicBezTo>
                  <a:pt x="9069" y="12759"/>
                  <a:pt x="8914" y="12697"/>
                  <a:pt x="8778" y="12570"/>
                </a:cubicBezTo>
                <a:lnTo>
                  <a:pt x="5786" y="9583"/>
                </a:lnTo>
                <a:cubicBezTo>
                  <a:pt x="5659" y="9458"/>
                  <a:pt x="5506" y="9393"/>
                  <a:pt x="5334" y="9393"/>
                </a:cubicBezTo>
                <a:cubicBezTo>
                  <a:pt x="5156" y="9393"/>
                  <a:pt x="4995" y="9458"/>
                  <a:pt x="4839" y="9583"/>
                </a:cubicBezTo>
                <a:lnTo>
                  <a:pt x="3432" y="11014"/>
                </a:lnTo>
                <a:cubicBezTo>
                  <a:pt x="3305" y="11141"/>
                  <a:pt x="3246" y="11297"/>
                  <a:pt x="3246" y="11474"/>
                </a:cubicBezTo>
                <a:cubicBezTo>
                  <a:pt x="3246" y="11655"/>
                  <a:pt x="3305" y="11810"/>
                  <a:pt x="3432" y="11935"/>
                </a:cubicBezTo>
                <a:lnTo>
                  <a:pt x="7747" y="16249"/>
                </a:lnTo>
                <a:cubicBezTo>
                  <a:pt x="7874" y="16373"/>
                  <a:pt x="8043" y="16483"/>
                  <a:pt x="8261" y="16579"/>
                </a:cubicBezTo>
                <a:cubicBezTo>
                  <a:pt x="8478" y="16673"/>
                  <a:pt x="8676" y="16720"/>
                  <a:pt x="8857" y="16720"/>
                </a:cubicBezTo>
                <a:lnTo>
                  <a:pt x="9617" y="16720"/>
                </a:lnTo>
                <a:cubicBezTo>
                  <a:pt x="9795" y="16720"/>
                  <a:pt x="9993" y="16675"/>
                  <a:pt x="10205" y="16585"/>
                </a:cubicBezTo>
                <a:cubicBezTo>
                  <a:pt x="10417" y="16495"/>
                  <a:pt x="10592" y="16382"/>
                  <a:pt x="10727" y="16249"/>
                </a:cubicBezTo>
                <a:lnTo>
                  <a:pt x="18164" y="8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21"/>
          <p:cNvSpPr txBox="1"/>
          <p:nvPr/>
        </p:nvSpPr>
        <p:spPr>
          <a:xfrm>
            <a:off x="938541" y="280687"/>
            <a:ext cx="8001352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研究生阶段规划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42" name="isḻiḓé"/>
          <p:cNvGrpSpPr/>
          <p:nvPr/>
        </p:nvGrpSpPr>
        <p:grpSpPr>
          <a:xfrm>
            <a:off x="3302635" y="2292985"/>
            <a:ext cx="5629275" cy="1983740"/>
            <a:chOff x="3435351" y="2361884"/>
            <a:chExt cx="5629318" cy="1983428"/>
          </a:xfrm>
        </p:grpSpPr>
        <p:sp>
          <p:nvSpPr>
            <p:cNvPr id="48" name="îṡļidè"/>
            <p:cNvSpPr/>
            <p:nvPr/>
          </p:nvSpPr>
          <p:spPr>
            <a:xfrm>
              <a:off x="3435351" y="3693484"/>
              <a:ext cx="1320057" cy="651828"/>
            </a:xfrm>
            <a:prstGeom prst="rect">
              <a:avLst/>
            </a:prstGeom>
            <a:solidFill>
              <a:srgbClr val="698FC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ïsľiḓé"/>
            <p:cNvSpPr/>
            <p:nvPr/>
          </p:nvSpPr>
          <p:spPr>
            <a:xfrm rot="5400000">
              <a:off x="4121452" y="3711356"/>
              <a:ext cx="952317" cy="315593"/>
            </a:xfrm>
            <a:prstGeom prst="parallelogram">
              <a:avLst>
                <a:gd name="adj" fmla="val 104466"/>
              </a:avLst>
            </a:prstGeom>
            <a:solidFill>
              <a:srgbClr val="969EC2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iṥ1îḍê"/>
            <p:cNvSpPr/>
            <p:nvPr/>
          </p:nvSpPr>
          <p:spPr>
            <a:xfrm>
              <a:off x="4439816" y="3392996"/>
              <a:ext cx="1320057" cy="651828"/>
            </a:xfrm>
            <a:prstGeom prst="rect">
              <a:avLst/>
            </a:prstGeom>
            <a:solidFill>
              <a:srgbClr val="969EC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íšḻîḑé"/>
            <p:cNvSpPr/>
            <p:nvPr/>
          </p:nvSpPr>
          <p:spPr>
            <a:xfrm rot="5400000">
              <a:off x="5125916" y="3410867"/>
              <a:ext cx="952317" cy="315593"/>
            </a:xfrm>
            <a:prstGeom prst="parallelogram">
              <a:avLst>
                <a:gd name="adj" fmla="val 105939"/>
              </a:avLst>
            </a:prstGeom>
            <a:solidFill>
              <a:srgbClr val="85C2BC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iślíďe"/>
            <p:cNvSpPr/>
            <p:nvPr/>
          </p:nvSpPr>
          <p:spPr>
            <a:xfrm>
              <a:off x="5444280" y="3092506"/>
              <a:ext cx="1320057" cy="651828"/>
            </a:xfrm>
            <a:prstGeom prst="rect">
              <a:avLst/>
            </a:prstGeom>
            <a:solidFill>
              <a:srgbClr val="85C2B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ïşḻiďè"/>
            <p:cNvSpPr/>
            <p:nvPr/>
          </p:nvSpPr>
          <p:spPr>
            <a:xfrm rot="5400000">
              <a:off x="6130380" y="3110377"/>
              <a:ext cx="952317" cy="315593"/>
            </a:xfrm>
            <a:prstGeom prst="parallelogram">
              <a:avLst>
                <a:gd name="adj" fmla="val 105939"/>
              </a:avLst>
            </a:prstGeom>
            <a:solidFill>
              <a:srgbClr val="FAD25F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ïṧḷïḓè"/>
            <p:cNvSpPr/>
            <p:nvPr/>
          </p:nvSpPr>
          <p:spPr>
            <a:xfrm>
              <a:off x="6448743" y="2792017"/>
              <a:ext cx="1320057" cy="651828"/>
            </a:xfrm>
            <a:prstGeom prst="rect">
              <a:avLst/>
            </a:prstGeom>
            <a:solidFill>
              <a:srgbClr val="FAD25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5" name="isļíḓè"/>
            <p:cNvSpPr/>
            <p:nvPr/>
          </p:nvSpPr>
          <p:spPr>
            <a:xfrm rot="5400000">
              <a:off x="7134845" y="2810983"/>
              <a:ext cx="952317" cy="315593"/>
            </a:xfrm>
            <a:prstGeom prst="parallelogram">
              <a:avLst>
                <a:gd name="adj" fmla="val 106676"/>
              </a:avLst>
            </a:prstGeom>
            <a:solidFill>
              <a:srgbClr val="99CAE6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îşľiḓe"/>
            <p:cNvSpPr/>
            <p:nvPr/>
          </p:nvSpPr>
          <p:spPr>
            <a:xfrm rot="5400000">
              <a:off x="7812991" y="2002097"/>
              <a:ext cx="891891" cy="1611464"/>
            </a:xfrm>
            <a:custGeom>
              <a:avLst/>
              <a:gdLst>
                <a:gd name="connsiteX0" fmla="*/ 0 w 1019112"/>
                <a:gd name="connsiteY0" fmla="*/ 298436 h 1650344"/>
                <a:gd name="connsiteX1" fmla="*/ 509556 w 1019112"/>
                <a:gd name="connsiteY1" fmla="*/ 0 h 1650344"/>
                <a:gd name="connsiteX2" fmla="*/ 1019112 w 1019112"/>
                <a:gd name="connsiteY2" fmla="*/ 298436 h 1650344"/>
                <a:gd name="connsiteX3" fmla="*/ 887593 w 1019112"/>
                <a:gd name="connsiteY3" fmla="*/ 298436 h 1650344"/>
                <a:gd name="connsiteX4" fmla="*/ 887593 w 1019112"/>
                <a:gd name="connsiteY4" fmla="*/ 1650344 h 1650344"/>
                <a:gd name="connsiteX5" fmla="*/ 147853 w 1019112"/>
                <a:gd name="connsiteY5" fmla="*/ 1650344 h 1650344"/>
                <a:gd name="connsiteX6" fmla="*/ 147853 w 1019112"/>
                <a:gd name="connsiteY6" fmla="*/ 298436 h 165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9112" h="1650344">
                  <a:moveTo>
                    <a:pt x="0" y="298436"/>
                  </a:moveTo>
                  <a:lnTo>
                    <a:pt x="509556" y="0"/>
                  </a:lnTo>
                  <a:lnTo>
                    <a:pt x="1019112" y="298436"/>
                  </a:lnTo>
                  <a:lnTo>
                    <a:pt x="887593" y="298436"/>
                  </a:lnTo>
                  <a:lnTo>
                    <a:pt x="887593" y="1650344"/>
                  </a:lnTo>
                  <a:lnTo>
                    <a:pt x="147853" y="1650344"/>
                  </a:lnTo>
                  <a:lnTo>
                    <a:pt x="147853" y="298436"/>
                  </a:lnTo>
                  <a:close/>
                </a:path>
              </a:pathLst>
            </a:custGeom>
            <a:solidFill>
              <a:srgbClr val="99CAE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ïşļîďé"/>
            <p:cNvSpPr>
              <a:spLocks noChangeAspect="1"/>
            </p:cNvSpPr>
            <p:nvPr/>
          </p:nvSpPr>
          <p:spPr bwMode="auto">
            <a:xfrm>
              <a:off x="3682283" y="3785681"/>
              <a:ext cx="468000" cy="468000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59" name="iṡ1íḓè"/>
            <p:cNvSpPr>
              <a:spLocks noChangeAspect="1"/>
            </p:cNvSpPr>
            <p:nvPr/>
          </p:nvSpPr>
          <p:spPr bwMode="auto">
            <a:xfrm>
              <a:off x="6705852" y="2884410"/>
              <a:ext cx="468000" cy="468000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išḷíḋè"/>
          <p:cNvSpPr>
            <a:spLocks noChangeAspect="1"/>
          </p:cNvSpPr>
          <p:nvPr/>
        </p:nvSpPr>
        <p:spPr bwMode="auto">
          <a:xfrm>
            <a:off x="5722620" y="3093720"/>
            <a:ext cx="313055" cy="467995"/>
          </a:xfrm>
          <a:custGeom>
            <a:avLst/>
            <a:gdLst/>
            <a:ahLst/>
            <a:cxnLst>
              <a:cxn ang="0">
                <a:pos x="31" y="30"/>
              </a:cxn>
              <a:cxn ang="0">
                <a:pos x="36" y="18"/>
              </a:cxn>
              <a:cxn ang="0">
                <a:pos x="18" y="0"/>
              </a:cxn>
              <a:cxn ang="0">
                <a:pos x="0" y="18"/>
              </a:cxn>
              <a:cxn ang="0">
                <a:pos x="5" y="30"/>
              </a:cxn>
              <a:cxn ang="0">
                <a:pos x="5" y="30"/>
              </a:cxn>
              <a:cxn ang="0">
                <a:pos x="10" y="42"/>
              </a:cxn>
              <a:cxn ang="0">
                <a:pos x="9" y="44"/>
              </a:cxn>
              <a:cxn ang="0">
                <a:pos x="11" y="46"/>
              </a:cxn>
              <a:cxn ang="0">
                <a:pos x="9" y="48"/>
              </a:cxn>
              <a:cxn ang="0">
                <a:pos x="11" y="50"/>
              </a:cxn>
              <a:cxn ang="0">
                <a:pos x="9" y="52"/>
              </a:cxn>
              <a:cxn ang="0">
                <a:pos x="12" y="54"/>
              </a:cxn>
              <a:cxn ang="0">
                <a:pos x="24" y="54"/>
              </a:cxn>
              <a:cxn ang="0">
                <a:pos x="27" y="52"/>
              </a:cxn>
              <a:cxn ang="0">
                <a:pos x="26" y="50"/>
              </a:cxn>
              <a:cxn ang="0">
                <a:pos x="27" y="48"/>
              </a:cxn>
              <a:cxn ang="0">
                <a:pos x="26" y="46"/>
              </a:cxn>
              <a:cxn ang="0">
                <a:pos x="27" y="44"/>
              </a:cxn>
              <a:cxn ang="0">
                <a:pos x="26" y="42"/>
              </a:cxn>
              <a:cxn ang="0">
                <a:pos x="31" y="30"/>
              </a:cxn>
              <a:cxn ang="0">
                <a:pos x="19" y="42"/>
              </a:cxn>
              <a:cxn ang="0">
                <a:pos x="18" y="42"/>
              </a:cxn>
              <a:cxn ang="0">
                <a:pos x="18" y="33"/>
              </a:cxn>
              <a:cxn ang="0">
                <a:pos x="18" y="32"/>
              </a:cxn>
              <a:cxn ang="0">
                <a:pos x="19" y="33"/>
              </a:cxn>
              <a:cxn ang="0">
                <a:pos x="19" y="33"/>
              </a:cxn>
              <a:cxn ang="0">
                <a:pos x="19" y="42"/>
              </a:cxn>
              <a:cxn ang="0">
                <a:pos x="29" y="28"/>
              </a:cxn>
              <a:cxn ang="0">
                <a:pos x="29" y="28"/>
              </a:cxn>
              <a:cxn ang="0">
                <a:pos x="23" y="42"/>
              </a:cxn>
              <a:cxn ang="0">
                <a:pos x="21" y="42"/>
              </a:cxn>
              <a:cxn ang="0">
                <a:pos x="21" y="33"/>
              </a:cxn>
              <a:cxn ang="0">
                <a:pos x="21" y="33"/>
              </a:cxn>
              <a:cxn ang="0">
                <a:pos x="26" y="19"/>
              </a:cxn>
              <a:cxn ang="0">
                <a:pos x="25" y="19"/>
              </a:cxn>
              <a:cxn ang="0">
                <a:pos x="24" y="19"/>
              </a:cxn>
              <a:cxn ang="0">
                <a:pos x="21" y="29"/>
              </a:cxn>
              <a:cxn ang="0">
                <a:pos x="21" y="23"/>
              </a:cxn>
              <a:cxn ang="0">
                <a:pos x="21" y="23"/>
              </a:cxn>
              <a:cxn ang="0">
                <a:pos x="20" y="23"/>
              </a:cxn>
              <a:cxn ang="0">
                <a:pos x="20" y="30"/>
              </a:cxn>
              <a:cxn ang="0">
                <a:pos x="18" y="30"/>
              </a:cxn>
              <a:cxn ang="0">
                <a:pos x="16" y="30"/>
              </a:cxn>
              <a:cxn ang="0">
                <a:pos x="16" y="23"/>
              </a:cxn>
              <a:cxn ang="0">
                <a:pos x="16" y="23"/>
              </a:cxn>
              <a:cxn ang="0">
                <a:pos x="15" y="23"/>
              </a:cxn>
              <a:cxn ang="0">
                <a:pos x="15" y="29"/>
              </a:cxn>
              <a:cxn ang="0">
                <a:pos x="12" y="19"/>
              </a:cxn>
              <a:cxn ang="0">
                <a:pos x="11" y="19"/>
              </a:cxn>
              <a:cxn ang="0">
                <a:pos x="11" y="19"/>
              </a:cxn>
              <a:cxn ang="0">
                <a:pos x="15" y="33"/>
              </a:cxn>
              <a:cxn ang="0">
                <a:pos x="15" y="33"/>
              </a:cxn>
              <a:cxn ang="0">
                <a:pos x="15" y="42"/>
              </a:cxn>
              <a:cxn ang="0">
                <a:pos x="13" y="42"/>
              </a:cxn>
              <a:cxn ang="0">
                <a:pos x="7" y="28"/>
              </a:cxn>
              <a:cxn ang="0">
                <a:pos x="7" y="28"/>
              </a:cxn>
              <a:cxn ang="0">
                <a:pos x="7" y="28"/>
              </a:cxn>
              <a:cxn ang="0">
                <a:pos x="3" y="18"/>
              </a:cxn>
              <a:cxn ang="0">
                <a:pos x="18" y="3"/>
              </a:cxn>
              <a:cxn ang="0">
                <a:pos x="33" y="18"/>
              </a:cxn>
              <a:cxn ang="0">
                <a:pos x="29" y="28"/>
              </a:cxn>
            </a:cxnLst>
            <a:rect l="0" t="0" r="r" b="b"/>
            <a:pathLst>
              <a:path w="36" h="54">
                <a:moveTo>
                  <a:pt x="31" y="30"/>
                </a:moveTo>
                <a:cubicBezTo>
                  <a:pt x="34" y="27"/>
                  <a:pt x="36" y="22"/>
                  <a:pt x="36" y="18"/>
                </a:cubicBezTo>
                <a:cubicBezTo>
                  <a:pt x="36" y="8"/>
                  <a:pt x="28" y="0"/>
                  <a:pt x="18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22"/>
                  <a:pt x="2" y="27"/>
                  <a:pt x="5" y="30"/>
                </a:cubicBezTo>
                <a:cubicBezTo>
                  <a:pt x="5" y="30"/>
                  <a:pt x="5" y="30"/>
                  <a:pt x="5" y="30"/>
                </a:cubicBezTo>
                <a:cubicBezTo>
                  <a:pt x="5" y="30"/>
                  <a:pt x="10" y="36"/>
                  <a:pt x="10" y="42"/>
                </a:cubicBezTo>
                <a:cubicBezTo>
                  <a:pt x="10" y="43"/>
                  <a:pt x="9" y="43"/>
                  <a:pt x="9" y="44"/>
                </a:cubicBezTo>
                <a:cubicBezTo>
                  <a:pt x="9" y="45"/>
                  <a:pt x="10" y="45"/>
                  <a:pt x="11" y="46"/>
                </a:cubicBezTo>
                <a:cubicBezTo>
                  <a:pt x="10" y="46"/>
                  <a:pt x="9" y="47"/>
                  <a:pt x="9" y="48"/>
                </a:cubicBezTo>
                <a:cubicBezTo>
                  <a:pt x="9" y="49"/>
                  <a:pt x="10" y="49"/>
                  <a:pt x="11" y="50"/>
                </a:cubicBezTo>
                <a:cubicBezTo>
                  <a:pt x="10" y="50"/>
                  <a:pt x="9" y="51"/>
                  <a:pt x="9" y="52"/>
                </a:cubicBezTo>
                <a:cubicBezTo>
                  <a:pt x="9" y="53"/>
                  <a:pt x="11" y="54"/>
                  <a:pt x="12" y="54"/>
                </a:cubicBezTo>
                <a:cubicBezTo>
                  <a:pt x="24" y="54"/>
                  <a:pt x="24" y="54"/>
                  <a:pt x="24" y="54"/>
                </a:cubicBezTo>
                <a:cubicBezTo>
                  <a:pt x="26" y="54"/>
                  <a:pt x="27" y="53"/>
                  <a:pt x="27" y="52"/>
                </a:cubicBezTo>
                <a:cubicBezTo>
                  <a:pt x="27" y="51"/>
                  <a:pt x="26" y="50"/>
                  <a:pt x="26" y="50"/>
                </a:cubicBezTo>
                <a:cubicBezTo>
                  <a:pt x="26" y="49"/>
                  <a:pt x="27" y="49"/>
                  <a:pt x="27" y="48"/>
                </a:cubicBezTo>
                <a:cubicBezTo>
                  <a:pt x="27" y="47"/>
                  <a:pt x="26" y="46"/>
                  <a:pt x="26" y="46"/>
                </a:cubicBezTo>
                <a:cubicBezTo>
                  <a:pt x="26" y="45"/>
                  <a:pt x="27" y="45"/>
                  <a:pt x="27" y="44"/>
                </a:cubicBezTo>
                <a:cubicBezTo>
                  <a:pt x="27" y="43"/>
                  <a:pt x="27" y="43"/>
                  <a:pt x="26" y="42"/>
                </a:cubicBezTo>
                <a:cubicBezTo>
                  <a:pt x="26" y="36"/>
                  <a:pt x="31" y="30"/>
                  <a:pt x="31" y="30"/>
                </a:cubicBezTo>
                <a:close/>
                <a:moveTo>
                  <a:pt x="19" y="42"/>
                </a:moveTo>
                <a:cubicBezTo>
                  <a:pt x="18" y="42"/>
                  <a:pt x="18" y="42"/>
                  <a:pt x="18" y="42"/>
                </a:cubicBezTo>
                <a:cubicBezTo>
                  <a:pt x="18" y="33"/>
                  <a:pt x="18" y="33"/>
                  <a:pt x="18" y="33"/>
                </a:cubicBezTo>
                <a:cubicBezTo>
                  <a:pt x="18" y="32"/>
                  <a:pt x="18" y="32"/>
                  <a:pt x="18" y="32"/>
                </a:cubicBezTo>
                <a:cubicBezTo>
                  <a:pt x="19" y="33"/>
                  <a:pt x="19" y="33"/>
                  <a:pt x="19" y="33"/>
                </a:cubicBezTo>
                <a:cubicBezTo>
                  <a:pt x="19" y="33"/>
                  <a:pt x="19" y="33"/>
                  <a:pt x="19" y="33"/>
                </a:cubicBezTo>
                <a:lnTo>
                  <a:pt x="19" y="42"/>
                </a:lnTo>
                <a:close/>
                <a:moveTo>
                  <a:pt x="29" y="28"/>
                </a:moveTo>
                <a:cubicBezTo>
                  <a:pt x="29" y="28"/>
                  <a:pt x="29" y="28"/>
                  <a:pt x="29" y="28"/>
                </a:cubicBezTo>
                <a:cubicBezTo>
                  <a:pt x="29" y="28"/>
                  <a:pt x="24" y="35"/>
                  <a:pt x="23" y="42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33"/>
                  <a:pt x="21" y="33"/>
                  <a:pt x="21" y="33"/>
                </a:cubicBezTo>
                <a:cubicBezTo>
                  <a:pt x="21" y="33"/>
                  <a:pt x="21" y="33"/>
                  <a:pt x="21" y="33"/>
                </a:cubicBezTo>
                <a:cubicBezTo>
                  <a:pt x="26" y="19"/>
                  <a:pt x="26" y="19"/>
                  <a:pt x="26" y="19"/>
                </a:cubicBezTo>
                <a:cubicBezTo>
                  <a:pt x="25" y="19"/>
                  <a:pt x="25" y="19"/>
                  <a:pt x="25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1" y="29"/>
                  <a:pt x="21" y="29"/>
                  <a:pt x="21" y="29"/>
                </a:cubicBezTo>
                <a:cubicBezTo>
                  <a:pt x="21" y="23"/>
                  <a:pt x="21" y="23"/>
                  <a:pt x="21" y="23"/>
                </a:cubicBezTo>
                <a:cubicBezTo>
                  <a:pt x="21" y="23"/>
                  <a:pt x="21" y="23"/>
                  <a:pt x="21" y="23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0"/>
                  <a:pt x="19" y="30"/>
                  <a:pt x="18" y="30"/>
                </a:cubicBezTo>
                <a:cubicBezTo>
                  <a:pt x="17" y="30"/>
                  <a:pt x="17" y="30"/>
                  <a:pt x="16" y="30"/>
                </a:cubicBezTo>
                <a:cubicBezTo>
                  <a:pt x="16" y="23"/>
                  <a:pt x="16" y="23"/>
                  <a:pt x="16" y="23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3"/>
                  <a:pt x="15" y="23"/>
                </a:cubicBezTo>
                <a:cubicBezTo>
                  <a:pt x="15" y="29"/>
                  <a:pt x="15" y="29"/>
                  <a:pt x="15" y="29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1" y="19"/>
                  <a:pt x="11" y="19"/>
                  <a:pt x="11" y="1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42"/>
                  <a:pt x="15" y="42"/>
                  <a:pt x="15" y="42"/>
                </a:cubicBezTo>
                <a:cubicBezTo>
                  <a:pt x="13" y="42"/>
                  <a:pt x="13" y="42"/>
                  <a:pt x="13" y="42"/>
                </a:cubicBezTo>
                <a:cubicBezTo>
                  <a:pt x="12" y="35"/>
                  <a:pt x="7" y="28"/>
                  <a:pt x="7" y="28"/>
                </a:cubicBezTo>
                <a:cubicBezTo>
                  <a:pt x="7" y="28"/>
                  <a:pt x="7" y="28"/>
                  <a:pt x="7" y="28"/>
                </a:cubicBezTo>
                <a:cubicBezTo>
                  <a:pt x="7" y="28"/>
                  <a:pt x="7" y="28"/>
                  <a:pt x="7" y="28"/>
                </a:cubicBezTo>
                <a:cubicBezTo>
                  <a:pt x="5" y="25"/>
                  <a:pt x="3" y="22"/>
                  <a:pt x="3" y="18"/>
                </a:cubicBezTo>
                <a:cubicBezTo>
                  <a:pt x="3" y="10"/>
                  <a:pt x="10" y="3"/>
                  <a:pt x="18" y="3"/>
                </a:cubicBezTo>
                <a:cubicBezTo>
                  <a:pt x="26" y="3"/>
                  <a:pt x="33" y="10"/>
                  <a:pt x="33" y="18"/>
                </a:cubicBezTo>
                <a:cubicBezTo>
                  <a:pt x="33" y="22"/>
                  <a:pt x="32" y="25"/>
                  <a:pt x="29" y="2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44" name="íśḻïďê"/>
          <p:cNvSpPr/>
          <p:nvPr/>
        </p:nvSpPr>
        <p:spPr bwMode="auto">
          <a:xfrm>
            <a:off x="4785995" y="3385820"/>
            <a:ext cx="184785" cy="17589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45" name="îśľïḍê"/>
          <p:cNvSpPr/>
          <p:nvPr/>
        </p:nvSpPr>
        <p:spPr bwMode="auto">
          <a:xfrm>
            <a:off x="4669155" y="3594100"/>
            <a:ext cx="400685" cy="259715"/>
          </a:xfrm>
          <a:custGeom>
            <a:avLst/>
            <a:gdLst/>
            <a:ahLst/>
            <a:cxnLst>
              <a:cxn ang="0">
                <a:pos x="23" y="3"/>
              </a:cxn>
              <a:cxn ang="0">
                <a:pos x="19" y="0"/>
              </a:cxn>
              <a:cxn ang="0">
                <a:pos x="19" y="0"/>
              </a:cxn>
              <a:cxn ang="0">
                <a:pos x="17" y="0"/>
              </a:cxn>
              <a:cxn ang="0">
                <a:pos x="15" y="5"/>
              </a:cxn>
              <a:cxn ang="0">
                <a:pos x="13" y="10"/>
              </a:cxn>
              <a:cxn ang="0">
                <a:pos x="10" y="5"/>
              </a:cxn>
              <a:cxn ang="0">
                <a:pos x="8" y="0"/>
              </a:cxn>
              <a:cxn ang="0">
                <a:pos x="5" y="0"/>
              </a:cxn>
              <a:cxn ang="0">
                <a:pos x="5" y="0"/>
              </a:cxn>
              <a:cxn ang="0">
                <a:pos x="1" y="3"/>
              </a:cxn>
              <a:cxn ang="0">
                <a:pos x="0" y="15"/>
              </a:cxn>
              <a:cxn ang="0">
                <a:pos x="4" y="15"/>
              </a:cxn>
              <a:cxn ang="0">
                <a:pos x="4" y="6"/>
              </a:cxn>
              <a:cxn ang="0">
                <a:pos x="5" y="6"/>
              </a:cxn>
              <a:cxn ang="0">
                <a:pos x="5" y="15"/>
              </a:cxn>
              <a:cxn ang="0">
                <a:pos x="19" y="15"/>
              </a:cxn>
              <a:cxn ang="0">
                <a:pos x="19" y="6"/>
              </a:cxn>
              <a:cxn ang="0">
                <a:pos x="19" y="6"/>
              </a:cxn>
              <a:cxn ang="0">
                <a:pos x="20" y="6"/>
              </a:cxn>
              <a:cxn ang="0">
                <a:pos x="20" y="15"/>
              </a:cxn>
              <a:cxn ang="0">
                <a:pos x="23" y="15"/>
              </a:cxn>
              <a:cxn ang="0">
                <a:pos x="23" y="3"/>
              </a:cxn>
            </a:cxnLst>
            <a:rect l="0" t="0" r="r" b="b"/>
            <a:pathLst>
              <a:path w="24" h="15">
                <a:moveTo>
                  <a:pt x="23" y="3"/>
                </a:moveTo>
                <a:cubicBezTo>
                  <a:pt x="22" y="0"/>
                  <a:pt x="20" y="0"/>
                  <a:pt x="19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5" y="5"/>
                  <a:pt x="15" y="5"/>
                  <a:pt x="15" y="5"/>
                </a:cubicBezTo>
                <a:cubicBezTo>
                  <a:pt x="13" y="10"/>
                  <a:pt x="13" y="10"/>
                  <a:pt x="13" y="10"/>
                </a:cubicBezTo>
                <a:cubicBezTo>
                  <a:pt x="10" y="5"/>
                  <a:pt x="10" y="5"/>
                  <a:pt x="10" y="5"/>
                </a:cubicBezTo>
                <a:cubicBezTo>
                  <a:pt x="8" y="0"/>
                  <a:pt x="8" y="0"/>
                  <a:pt x="8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0"/>
                  <a:pt x="5" y="0"/>
                  <a:pt x="5" y="0"/>
                </a:cubicBezTo>
                <a:cubicBezTo>
                  <a:pt x="4" y="0"/>
                  <a:pt x="2" y="1"/>
                  <a:pt x="1" y="3"/>
                </a:cubicBezTo>
                <a:cubicBezTo>
                  <a:pt x="0" y="4"/>
                  <a:pt x="0" y="10"/>
                  <a:pt x="0" y="15"/>
                </a:cubicBezTo>
                <a:cubicBezTo>
                  <a:pt x="4" y="15"/>
                  <a:pt x="4" y="15"/>
                  <a:pt x="4" y="15"/>
                </a:cubicBezTo>
                <a:cubicBezTo>
                  <a:pt x="4" y="6"/>
                  <a:pt x="4" y="6"/>
                  <a:pt x="4" y="6"/>
                </a:cubicBezTo>
                <a:cubicBezTo>
                  <a:pt x="4" y="6"/>
                  <a:pt x="4" y="6"/>
                  <a:pt x="5" y="6"/>
                </a:cubicBezTo>
                <a:cubicBezTo>
                  <a:pt x="5" y="15"/>
                  <a:pt x="5" y="15"/>
                  <a:pt x="5" y="15"/>
                </a:cubicBezTo>
                <a:cubicBezTo>
                  <a:pt x="19" y="15"/>
                  <a:pt x="19" y="15"/>
                  <a:pt x="19" y="15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6"/>
                  <a:pt x="19" y="6"/>
                  <a:pt x="19" y="6"/>
                </a:cubicBezTo>
                <a:cubicBezTo>
                  <a:pt x="20" y="6"/>
                  <a:pt x="20" y="6"/>
                  <a:pt x="20" y="6"/>
                </a:cubicBezTo>
                <a:cubicBezTo>
                  <a:pt x="20" y="15"/>
                  <a:pt x="20" y="15"/>
                  <a:pt x="20" y="15"/>
                </a:cubicBezTo>
                <a:cubicBezTo>
                  <a:pt x="23" y="15"/>
                  <a:pt x="23" y="15"/>
                  <a:pt x="23" y="15"/>
                </a:cubicBezTo>
                <a:cubicBezTo>
                  <a:pt x="24" y="10"/>
                  <a:pt x="24" y="4"/>
                  <a:pt x="23" y="3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46" name="íŝļiḋê"/>
          <p:cNvSpPr/>
          <p:nvPr/>
        </p:nvSpPr>
        <p:spPr bwMode="auto">
          <a:xfrm>
            <a:off x="4853940" y="3594100"/>
            <a:ext cx="49530" cy="171450"/>
          </a:xfrm>
          <a:custGeom>
            <a:avLst/>
            <a:gdLst/>
            <a:ahLst/>
            <a:cxnLst>
              <a:cxn ang="0">
                <a:pos x="2" y="1"/>
              </a:cxn>
              <a:cxn ang="0">
                <a:pos x="2" y="0"/>
              </a:cxn>
              <a:cxn ang="0">
                <a:pos x="2" y="0"/>
              </a:cxn>
              <a:cxn ang="0">
                <a:pos x="1" y="0"/>
              </a:cxn>
              <a:cxn ang="0">
                <a:pos x="1" y="1"/>
              </a:cxn>
              <a:cxn ang="0">
                <a:pos x="0" y="7"/>
              </a:cxn>
              <a:cxn ang="0">
                <a:pos x="2" y="10"/>
              </a:cxn>
              <a:cxn ang="0">
                <a:pos x="3" y="7"/>
              </a:cxn>
              <a:cxn ang="0">
                <a:pos x="2" y="1"/>
              </a:cxn>
            </a:cxnLst>
            <a:rect l="0" t="0" r="r" b="b"/>
            <a:pathLst>
              <a:path w="3" h="10">
                <a:moveTo>
                  <a:pt x="2" y="1"/>
                </a:moveTo>
                <a:cubicBezTo>
                  <a:pt x="2" y="1"/>
                  <a:pt x="2" y="1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7"/>
                  <a:pt x="0" y="7"/>
                  <a:pt x="0" y="7"/>
                </a:cubicBezTo>
                <a:cubicBezTo>
                  <a:pt x="2" y="10"/>
                  <a:pt x="2" y="10"/>
                  <a:pt x="2" y="10"/>
                </a:cubicBezTo>
                <a:cubicBezTo>
                  <a:pt x="3" y="7"/>
                  <a:pt x="3" y="7"/>
                  <a:pt x="3" y="7"/>
                </a:cubicBezTo>
                <a:lnTo>
                  <a:pt x="2" y="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47" name="ísļîḓè"/>
          <p:cNvSpPr>
            <a:spLocks noChangeAspect="1"/>
          </p:cNvSpPr>
          <p:nvPr/>
        </p:nvSpPr>
        <p:spPr bwMode="auto">
          <a:xfrm>
            <a:off x="7759700" y="2486025"/>
            <a:ext cx="455295" cy="46799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807" y="0"/>
                </a:moveTo>
                <a:cubicBezTo>
                  <a:pt x="12301" y="0"/>
                  <a:pt x="13705" y="282"/>
                  <a:pt x="15011" y="847"/>
                </a:cubicBezTo>
                <a:cubicBezTo>
                  <a:pt x="16319" y="1408"/>
                  <a:pt x="17463" y="2176"/>
                  <a:pt x="18449" y="3156"/>
                </a:cubicBezTo>
                <a:cubicBezTo>
                  <a:pt x="19432" y="4133"/>
                  <a:pt x="20201" y="5277"/>
                  <a:pt x="20760" y="6590"/>
                </a:cubicBezTo>
                <a:cubicBezTo>
                  <a:pt x="21317" y="7900"/>
                  <a:pt x="21599" y="9306"/>
                  <a:pt x="21599" y="10800"/>
                </a:cubicBezTo>
                <a:cubicBezTo>
                  <a:pt x="21599" y="12293"/>
                  <a:pt x="21317" y="13699"/>
                  <a:pt x="20760" y="15009"/>
                </a:cubicBezTo>
                <a:cubicBezTo>
                  <a:pt x="20201" y="16320"/>
                  <a:pt x="19430" y="17466"/>
                  <a:pt x="18449" y="18443"/>
                </a:cubicBezTo>
                <a:cubicBezTo>
                  <a:pt x="17463" y="19423"/>
                  <a:pt x="16319" y="20191"/>
                  <a:pt x="15011" y="20752"/>
                </a:cubicBezTo>
                <a:cubicBezTo>
                  <a:pt x="13705" y="21317"/>
                  <a:pt x="12301" y="21599"/>
                  <a:pt x="10807" y="21599"/>
                </a:cubicBezTo>
                <a:cubicBezTo>
                  <a:pt x="9309" y="21599"/>
                  <a:pt x="7905" y="21317"/>
                  <a:pt x="6594" y="20752"/>
                </a:cubicBezTo>
                <a:cubicBezTo>
                  <a:pt x="5280" y="20191"/>
                  <a:pt x="4136" y="19423"/>
                  <a:pt x="3158" y="18443"/>
                </a:cubicBezTo>
                <a:cubicBezTo>
                  <a:pt x="2178" y="17466"/>
                  <a:pt x="1409" y="16320"/>
                  <a:pt x="847" y="15009"/>
                </a:cubicBezTo>
                <a:cubicBezTo>
                  <a:pt x="282" y="13699"/>
                  <a:pt x="0" y="12293"/>
                  <a:pt x="0" y="10800"/>
                </a:cubicBezTo>
                <a:cubicBezTo>
                  <a:pt x="0" y="9306"/>
                  <a:pt x="282" y="7900"/>
                  <a:pt x="847" y="6590"/>
                </a:cubicBezTo>
                <a:cubicBezTo>
                  <a:pt x="1409" y="5277"/>
                  <a:pt x="2181" y="4133"/>
                  <a:pt x="3158" y="3156"/>
                </a:cubicBezTo>
                <a:cubicBezTo>
                  <a:pt x="4136" y="2176"/>
                  <a:pt x="5280" y="1408"/>
                  <a:pt x="6594" y="847"/>
                </a:cubicBezTo>
                <a:cubicBezTo>
                  <a:pt x="7902" y="282"/>
                  <a:pt x="9306" y="0"/>
                  <a:pt x="10807" y="0"/>
                </a:cubicBezTo>
                <a:moveTo>
                  <a:pt x="18164" y="8812"/>
                </a:moveTo>
                <a:cubicBezTo>
                  <a:pt x="18288" y="8688"/>
                  <a:pt x="18353" y="8532"/>
                  <a:pt x="18359" y="8354"/>
                </a:cubicBezTo>
                <a:cubicBezTo>
                  <a:pt x="18362" y="8171"/>
                  <a:pt x="18299" y="8021"/>
                  <a:pt x="18164" y="7894"/>
                </a:cubicBezTo>
                <a:lnTo>
                  <a:pt x="16757" y="6448"/>
                </a:lnTo>
                <a:cubicBezTo>
                  <a:pt x="16613" y="6321"/>
                  <a:pt x="16454" y="6259"/>
                  <a:pt x="16276" y="6259"/>
                </a:cubicBezTo>
                <a:cubicBezTo>
                  <a:pt x="16099" y="6259"/>
                  <a:pt x="15946" y="6321"/>
                  <a:pt x="15810" y="6448"/>
                </a:cubicBezTo>
                <a:lnTo>
                  <a:pt x="9696" y="12570"/>
                </a:lnTo>
                <a:cubicBezTo>
                  <a:pt x="9569" y="12697"/>
                  <a:pt x="9416" y="12759"/>
                  <a:pt x="9244" y="12759"/>
                </a:cubicBezTo>
                <a:cubicBezTo>
                  <a:pt x="9069" y="12759"/>
                  <a:pt x="8914" y="12697"/>
                  <a:pt x="8778" y="12570"/>
                </a:cubicBezTo>
                <a:lnTo>
                  <a:pt x="5786" y="9583"/>
                </a:lnTo>
                <a:cubicBezTo>
                  <a:pt x="5659" y="9458"/>
                  <a:pt x="5506" y="9393"/>
                  <a:pt x="5334" y="9393"/>
                </a:cubicBezTo>
                <a:cubicBezTo>
                  <a:pt x="5156" y="9393"/>
                  <a:pt x="4995" y="9458"/>
                  <a:pt x="4839" y="9583"/>
                </a:cubicBezTo>
                <a:lnTo>
                  <a:pt x="3432" y="11014"/>
                </a:lnTo>
                <a:cubicBezTo>
                  <a:pt x="3305" y="11141"/>
                  <a:pt x="3246" y="11297"/>
                  <a:pt x="3246" y="11474"/>
                </a:cubicBezTo>
                <a:cubicBezTo>
                  <a:pt x="3246" y="11655"/>
                  <a:pt x="3305" y="11810"/>
                  <a:pt x="3432" y="11935"/>
                </a:cubicBezTo>
                <a:lnTo>
                  <a:pt x="7747" y="16249"/>
                </a:lnTo>
                <a:cubicBezTo>
                  <a:pt x="7874" y="16373"/>
                  <a:pt x="8043" y="16483"/>
                  <a:pt x="8261" y="16579"/>
                </a:cubicBezTo>
                <a:cubicBezTo>
                  <a:pt x="8478" y="16673"/>
                  <a:pt x="8676" y="16720"/>
                  <a:pt x="8857" y="16720"/>
                </a:cubicBezTo>
                <a:lnTo>
                  <a:pt x="9617" y="16720"/>
                </a:lnTo>
                <a:cubicBezTo>
                  <a:pt x="9795" y="16720"/>
                  <a:pt x="9993" y="16675"/>
                  <a:pt x="10205" y="16585"/>
                </a:cubicBezTo>
                <a:cubicBezTo>
                  <a:pt x="10417" y="16495"/>
                  <a:pt x="10592" y="16382"/>
                  <a:pt x="10727" y="16249"/>
                </a:cubicBezTo>
                <a:lnTo>
                  <a:pt x="18164" y="88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70" name="îŝlïḋê"/>
          <p:cNvGrpSpPr/>
          <p:nvPr/>
        </p:nvGrpSpPr>
        <p:grpSpPr>
          <a:xfrm>
            <a:off x="769938" y="3471545"/>
            <a:ext cx="2489835" cy="866775"/>
            <a:chOff x="773883" y="3575448"/>
            <a:chExt cx="2489672" cy="866546"/>
          </a:xfrm>
        </p:grpSpPr>
        <p:sp>
          <p:nvSpPr>
            <p:cNvPr id="71" name="iṡḻíde"/>
            <p:cNvSpPr txBox="1"/>
            <p:nvPr/>
          </p:nvSpPr>
          <p:spPr bwMode="auto">
            <a:xfrm>
              <a:off x="773883" y="3575448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r" latinLnBrk="0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+mj-lt"/>
                </a:rPr>
                <a:t>01</a:t>
              </a: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lt"/>
              </a:endParaRPr>
            </a:p>
          </p:txBody>
        </p:sp>
        <p:sp>
          <p:nvSpPr>
            <p:cNvPr id="72" name="iṣľiḍe"/>
            <p:cNvSpPr txBox="1"/>
            <p:nvPr/>
          </p:nvSpPr>
          <p:spPr bwMode="auto">
            <a:xfrm>
              <a:off x="773883" y="3931982"/>
              <a:ext cx="2489672" cy="510012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掌握好课程知识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îšḷïďe"/>
          <p:cNvGrpSpPr/>
          <p:nvPr/>
        </p:nvGrpSpPr>
        <p:grpSpPr>
          <a:xfrm>
            <a:off x="8932228" y="2340610"/>
            <a:ext cx="2489835" cy="1130935"/>
            <a:chOff x="9231995" y="2435481"/>
            <a:chExt cx="2489672" cy="1130935"/>
          </a:xfrm>
        </p:grpSpPr>
        <p:sp>
          <p:nvSpPr>
            <p:cNvPr id="74" name="îṡ1ïḍê"/>
            <p:cNvSpPr txBox="1"/>
            <p:nvPr/>
          </p:nvSpPr>
          <p:spPr bwMode="auto">
            <a:xfrm>
              <a:off x="9231995" y="2435481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l" latinLnBrk="0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</a:rPr>
                <a:t>05</a:t>
              </a:r>
              <a:endPara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endParaRPr>
            </a:p>
          </p:txBody>
        </p:sp>
        <p:sp>
          <p:nvSpPr>
            <p:cNvPr id="75" name="išlíḍé"/>
            <p:cNvSpPr txBox="1"/>
            <p:nvPr/>
          </p:nvSpPr>
          <p:spPr bwMode="auto">
            <a:xfrm>
              <a:off x="9231995" y="2791716"/>
              <a:ext cx="2276475" cy="774700"/>
            </a:xfrm>
            <a:prstGeom prst="rect">
              <a:avLst/>
            </a:prstGeom>
            <a:noFill/>
          </p:spPr>
          <p:txBody>
            <a:bodyPr wrap="square" lIns="90000" tIns="46800" rIns="90000" bIns="46800" anchor="ctr"/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找到心中热爱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树立未来目标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" name="iṣḷîḑé"/>
          <p:cNvGrpSpPr/>
          <p:nvPr/>
        </p:nvGrpSpPr>
        <p:grpSpPr>
          <a:xfrm>
            <a:off x="6316028" y="3723005"/>
            <a:ext cx="2489835" cy="842010"/>
            <a:chOff x="6891735" y="3822576"/>
            <a:chExt cx="2489672" cy="841796"/>
          </a:xfrm>
        </p:grpSpPr>
        <p:sp>
          <p:nvSpPr>
            <p:cNvPr id="77" name="îślïde"/>
            <p:cNvSpPr txBox="1"/>
            <p:nvPr/>
          </p:nvSpPr>
          <p:spPr bwMode="auto">
            <a:xfrm>
              <a:off x="6891735" y="3822576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l" latinLnBrk="0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</a:rPr>
                <a:t>04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endParaRPr>
            </a:p>
          </p:txBody>
        </p:sp>
        <p:sp>
          <p:nvSpPr>
            <p:cNvPr id="78" name="is1îďê"/>
            <p:cNvSpPr txBox="1"/>
            <p:nvPr/>
          </p:nvSpPr>
          <p:spPr bwMode="auto">
            <a:xfrm>
              <a:off x="6891735" y="4179110"/>
              <a:ext cx="2489672" cy="485262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发表学术成果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9" name="îş1ïdè"/>
          <p:cNvGrpSpPr/>
          <p:nvPr/>
        </p:nvGrpSpPr>
        <p:grpSpPr>
          <a:xfrm>
            <a:off x="4143058" y="1803400"/>
            <a:ext cx="2489835" cy="866775"/>
            <a:chOff x="3791744" y="2079000"/>
            <a:chExt cx="2489672" cy="866546"/>
          </a:xfrm>
        </p:grpSpPr>
        <p:sp>
          <p:nvSpPr>
            <p:cNvPr id="80" name="iṧḻîḓè"/>
            <p:cNvSpPr txBox="1"/>
            <p:nvPr/>
          </p:nvSpPr>
          <p:spPr bwMode="auto">
            <a:xfrm>
              <a:off x="3791744" y="2079000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r" latinLnBrk="0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</a:rPr>
                <a:t>03</a:t>
              </a: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endParaRPr>
            </a:p>
          </p:txBody>
        </p:sp>
        <p:sp>
          <p:nvSpPr>
            <p:cNvPr id="81" name="ïŝľîḍé"/>
            <p:cNvSpPr txBox="1"/>
            <p:nvPr/>
          </p:nvSpPr>
          <p:spPr bwMode="auto">
            <a:xfrm>
              <a:off x="3791744" y="2435534"/>
              <a:ext cx="2489672" cy="510012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认真科研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2" name="ïṥlíďe"/>
          <p:cNvGrpSpPr/>
          <p:nvPr/>
        </p:nvGrpSpPr>
        <p:grpSpPr>
          <a:xfrm>
            <a:off x="4310063" y="4528185"/>
            <a:ext cx="2489835" cy="842008"/>
            <a:chOff x="4902082" y="4289266"/>
            <a:chExt cx="2489672" cy="841794"/>
          </a:xfrm>
        </p:grpSpPr>
        <p:sp>
          <p:nvSpPr>
            <p:cNvPr id="83" name="íṡḻïḓé"/>
            <p:cNvSpPr txBox="1"/>
            <p:nvPr/>
          </p:nvSpPr>
          <p:spPr bwMode="auto">
            <a:xfrm>
              <a:off x="4902082" y="4289266"/>
              <a:ext cx="2489672" cy="356534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0">
              <a:normAutofit lnSpcReduction="10000"/>
            </a:bodyPr>
            <a:lstStyle/>
            <a:p>
              <a:pPr algn="l" latinLnBrk="0"/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</a:rPr>
                <a:t>02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endParaRPr>
            </a:p>
          </p:txBody>
        </p:sp>
        <p:sp>
          <p:nvSpPr>
            <p:cNvPr id="84" name="îṧḻiďê"/>
            <p:cNvSpPr txBox="1"/>
            <p:nvPr/>
          </p:nvSpPr>
          <p:spPr bwMode="auto">
            <a:xfrm>
              <a:off x="4902082" y="4645798"/>
              <a:ext cx="2489672" cy="485262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normAutofit/>
            </a:bodyPr>
            <a:lstStyle>
              <a:defPPr>
                <a:defRPr lang="zh-CN"/>
              </a:defPPr>
              <a:lvl1pPr algn="r">
                <a:lnSpc>
                  <a:spcPct val="120000"/>
                </a:lnSpc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dirty="0"/>
                <a:t>结识良师益友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2279650" y="260350"/>
            <a:ext cx="2160588" cy="576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783982" y="2797106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28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29" name="椭圆 28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spc="225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</a:t>
              </a:r>
              <a:endParaRPr lang="zh-CN" altLang="en-US" sz="5400" b="1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46086" y="2797106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26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27" name="椭圆 26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spc="225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</a:t>
              </a:r>
              <a:endParaRPr lang="zh-CN" altLang="en-US" sz="5400" b="1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308190" y="2797106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24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25" name="椭圆 24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spc="225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聆</a:t>
              </a:r>
              <a:endParaRPr lang="zh-CN" altLang="en-US" sz="5400" b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070294" y="2797106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22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3600"/>
            </a:p>
          </p:txBody>
        </p:sp>
        <p:sp>
          <p:nvSpPr>
            <p:cNvPr id="23" name="椭圆 22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5400" b="1" spc="225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听</a:t>
              </a:r>
              <a:endParaRPr lang="zh-CN" altLang="zh-CN" sz="5400" b="1" spc="225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0782300" y="375856"/>
            <a:ext cx="1028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附页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333160" y="2329575"/>
            <a:ext cx="7525679" cy="2485994"/>
            <a:chOff x="3599341" y="1269125"/>
            <a:chExt cx="7525679" cy="2485994"/>
          </a:xfrm>
        </p:grpSpPr>
        <p:sp>
          <p:nvSpPr>
            <p:cNvPr id="18" name="矩形 17"/>
            <p:cNvSpPr/>
            <p:nvPr/>
          </p:nvSpPr>
          <p:spPr>
            <a:xfrm>
              <a:off x="6662058" y="1368570"/>
              <a:ext cx="1393373" cy="520236"/>
            </a:xfrm>
            <a:prstGeom prst="rect">
              <a:avLst/>
            </a:prstGeom>
            <a:noFill/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机械臂模块</a:t>
              </a:r>
              <a:endParaRPr lang="en-US" altLang="zh-CN" sz="173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662058" y="2958591"/>
              <a:ext cx="1393373" cy="520236"/>
            </a:xfrm>
            <a:prstGeom prst="rect">
              <a:avLst/>
            </a:prstGeom>
            <a:noFill/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视觉模块</a:t>
              </a:r>
              <a:endParaRPr lang="en-US" altLang="zh-CN" sz="173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361541" y="2179915"/>
              <a:ext cx="2021840" cy="520235"/>
            </a:xfrm>
            <a:prstGeom prst="rect">
              <a:avLst/>
            </a:prstGeom>
            <a:noFill/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Stm32F429</a:t>
              </a:r>
              <a:r>
                <a:rPr lang="zh-CN" altLang="en-US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</a:t>
              </a:r>
              <a:endParaRPr lang="zh-CN" altLang="en-US" sz="2400" dirty="0"/>
            </a:p>
          </p:txBody>
        </p:sp>
        <p:cxnSp>
          <p:nvCxnSpPr>
            <p:cNvPr id="21" name="连接符: 肘形 20"/>
            <p:cNvCxnSpPr>
              <a:stCxn id="18" idx="1"/>
              <a:endCxn id="20" idx="0"/>
            </p:cNvCxnSpPr>
            <p:nvPr/>
          </p:nvCxnSpPr>
          <p:spPr>
            <a:xfrm rot="10800000" flipV="1">
              <a:off x="5372463" y="1628688"/>
              <a:ext cx="1289596" cy="551227"/>
            </a:xfrm>
            <a:prstGeom prst="bentConnector2">
              <a:avLst/>
            </a:prstGeom>
            <a:ln w="19050">
              <a:solidFill>
                <a:srgbClr val="3354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连接符: 肘形 21"/>
            <p:cNvCxnSpPr>
              <a:stCxn id="19" idx="1"/>
              <a:endCxn id="20" idx="2"/>
            </p:cNvCxnSpPr>
            <p:nvPr/>
          </p:nvCxnSpPr>
          <p:spPr>
            <a:xfrm rot="10800000">
              <a:off x="5372463" y="2700149"/>
              <a:ext cx="1289596" cy="518560"/>
            </a:xfrm>
            <a:prstGeom prst="bentConnector2">
              <a:avLst/>
            </a:prstGeom>
            <a:ln w="19050">
              <a:solidFill>
                <a:srgbClr val="3354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箭头: 右 22"/>
            <p:cNvSpPr/>
            <p:nvPr/>
          </p:nvSpPr>
          <p:spPr>
            <a:xfrm>
              <a:off x="3599341" y="2310966"/>
              <a:ext cx="614761" cy="258132"/>
            </a:xfrm>
            <a:prstGeom prst="rightArrow">
              <a:avLst/>
            </a:prstGeom>
            <a:solidFill>
              <a:srgbClr val="335485"/>
            </a:solidFill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740471" y="1271922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740470" y="3218711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8965071" y="2682300"/>
              <a:ext cx="2159949" cy="1072819"/>
            </a:xfrm>
            <a:prstGeom prst="rect">
              <a:avLst/>
            </a:prstGeom>
            <a:noFill/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indent="-2286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一个摄像头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indent="-2286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同时识别三种颜色</a:t>
              </a:r>
              <a:endParaRPr lang="en-US" altLang="zh-CN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箭头连接符 26"/>
            <p:cNvCxnSpPr>
              <a:stCxn id="19" idx="3"/>
              <a:endCxn id="26" idx="1"/>
            </p:cNvCxnSpPr>
            <p:nvPr/>
          </p:nvCxnSpPr>
          <p:spPr>
            <a:xfrm>
              <a:off x="8055431" y="3218709"/>
              <a:ext cx="909640" cy="0"/>
            </a:xfrm>
            <a:prstGeom prst="straightConnector1">
              <a:avLst/>
            </a:prstGeom>
            <a:ln w="19050">
              <a:solidFill>
                <a:srgbClr val="3354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8965071" y="1269125"/>
              <a:ext cx="1563592" cy="719127"/>
            </a:xfrm>
            <a:prstGeom prst="rect">
              <a:avLst/>
            </a:prstGeom>
            <a:noFill/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28600" indent="-2286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四自由度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28600" indent="-2286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数字舵机</a:t>
              </a:r>
              <a:endParaRPr lang="en-US" altLang="zh-CN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" name="直接箭头连接符 28"/>
            <p:cNvCxnSpPr>
              <a:stCxn id="18" idx="3"/>
              <a:endCxn id="28" idx="1"/>
            </p:cNvCxnSpPr>
            <p:nvPr/>
          </p:nvCxnSpPr>
          <p:spPr>
            <a:xfrm>
              <a:off x="8055431" y="1628688"/>
              <a:ext cx="909640" cy="0"/>
            </a:xfrm>
            <a:prstGeom prst="straightConnector1">
              <a:avLst/>
            </a:prstGeom>
            <a:ln w="19050">
              <a:solidFill>
                <a:srgbClr val="3354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1"/>
          <p:cNvSpPr txBox="1"/>
          <p:nvPr/>
        </p:nvSpPr>
        <p:spPr>
          <a:xfrm>
            <a:off x="990233" y="314029"/>
            <a:ext cx="9163417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逻辑框图可编辑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改好后，选中整体另存为图片即可变小插入了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0782300" y="375856"/>
            <a:ext cx="1028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附页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1"/>
          <p:cNvSpPr txBox="1"/>
          <p:nvPr/>
        </p:nvSpPr>
        <p:spPr>
          <a:xfrm>
            <a:off x="990233" y="314029"/>
            <a:ext cx="9163417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逻辑框图可编辑</a:t>
            </a: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改好后，选中整体另存为图片即可变小插入了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929318" y="2425068"/>
            <a:ext cx="8333363" cy="2007863"/>
            <a:chOff x="1491919" y="3079953"/>
            <a:chExt cx="6250022" cy="1505897"/>
          </a:xfrm>
        </p:grpSpPr>
        <p:grpSp>
          <p:nvGrpSpPr>
            <p:cNvPr id="32" name="组合 31"/>
            <p:cNvGrpSpPr/>
            <p:nvPr/>
          </p:nvGrpSpPr>
          <p:grpSpPr>
            <a:xfrm>
              <a:off x="3067856" y="3079953"/>
              <a:ext cx="4674085" cy="1505897"/>
              <a:chOff x="439648" y="3016774"/>
              <a:chExt cx="4674085" cy="1505897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439648" y="3574633"/>
                <a:ext cx="1183088" cy="390177"/>
              </a:xfrm>
              <a:prstGeom prst="rect">
                <a:avLst/>
              </a:prstGeom>
              <a:noFill/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抓发一体装置</a:t>
                </a:r>
                <a:endParaRPr lang="en-US" altLang="zh-CN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2033452" y="3016774"/>
                <a:ext cx="2094412" cy="356319"/>
              </a:xfrm>
              <a:prstGeom prst="rect">
                <a:avLst/>
              </a:prstGeom>
              <a:noFill/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Robocon</a:t>
                </a:r>
                <a:r>
                  <a:rPr lang="zh-CN" altLang="en-US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2011-2019</a:t>
                </a:r>
                <a:r>
                  <a:rPr lang="zh-CN" altLang="en-US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2033452" y="3591562"/>
                <a:ext cx="2094411" cy="356319"/>
              </a:xfrm>
              <a:prstGeom prst="rect">
                <a:avLst/>
              </a:prstGeom>
              <a:noFill/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Robomaster(2018-2019)</a:t>
                </a:r>
                <a:endParaRPr lang="en-US" altLang="zh-CN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2033452" y="4166352"/>
                <a:ext cx="2094411" cy="356319"/>
              </a:xfrm>
              <a:prstGeom prst="rect">
                <a:avLst/>
              </a:prstGeom>
              <a:noFill/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FRC</a:t>
                </a:r>
                <a:r>
                  <a:rPr lang="zh-CN" altLang="en-US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FTC</a:t>
                </a:r>
                <a:r>
                  <a:rPr lang="zh-CN" altLang="en-US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VEX</a:t>
                </a:r>
                <a:endParaRPr lang="en-US" altLang="zh-CN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4517128" y="3016774"/>
                <a:ext cx="596605" cy="1505896"/>
              </a:xfrm>
              <a:prstGeom prst="rect">
                <a:avLst/>
              </a:prstGeom>
              <a:noFill/>
              <a:ln>
                <a:solidFill>
                  <a:srgbClr val="33548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视频图纸</a:t>
                </a:r>
                <a:endParaRPr lang="en-US" altLang="zh-CN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论文专利</a:t>
                </a:r>
                <a:endParaRPr lang="en-US" altLang="zh-CN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altLang="zh-CN" sz="1735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en-US" altLang="zh-CN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2" name="连接符: 肘形 41"/>
              <p:cNvCxnSpPr>
                <a:stCxn id="37" idx="0"/>
                <a:endCxn id="38" idx="1"/>
              </p:cNvCxnSpPr>
              <p:nvPr/>
            </p:nvCxnSpPr>
            <p:spPr>
              <a:xfrm rot="5400000" flipH="1" flipV="1">
                <a:off x="1342473" y="2883654"/>
                <a:ext cx="379699" cy="1002260"/>
              </a:xfrm>
              <a:prstGeom prst="bentConnector2">
                <a:avLst/>
              </a:prstGeom>
              <a:ln w="19050">
                <a:solidFill>
                  <a:srgbClr val="33548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连接符: 肘形 42"/>
              <p:cNvCxnSpPr>
                <a:stCxn id="37" idx="2"/>
                <a:endCxn id="40" idx="1"/>
              </p:cNvCxnSpPr>
              <p:nvPr/>
            </p:nvCxnSpPr>
            <p:spPr>
              <a:xfrm rot="16200000" flipH="1">
                <a:off x="1342471" y="3653531"/>
                <a:ext cx="379702" cy="1002260"/>
              </a:xfrm>
              <a:prstGeom prst="bentConnector2">
                <a:avLst/>
              </a:prstGeom>
              <a:ln w="19050">
                <a:solidFill>
                  <a:srgbClr val="33548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37" idx="3"/>
                <a:endCxn id="39" idx="1"/>
              </p:cNvCxnSpPr>
              <p:nvPr/>
            </p:nvCxnSpPr>
            <p:spPr>
              <a:xfrm>
                <a:off x="1622736" y="3769722"/>
                <a:ext cx="410716" cy="0"/>
              </a:xfrm>
              <a:prstGeom prst="straightConnector1">
                <a:avLst/>
              </a:prstGeom>
              <a:ln w="19050">
                <a:solidFill>
                  <a:srgbClr val="33548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39" idx="3"/>
                <a:endCxn id="41" idx="1"/>
              </p:cNvCxnSpPr>
              <p:nvPr/>
            </p:nvCxnSpPr>
            <p:spPr>
              <a:xfrm>
                <a:off x="4127863" y="3769722"/>
                <a:ext cx="389265" cy="0"/>
              </a:xfrm>
              <a:prstGeom prst="straightConnector1">
                <a:avLst/>
              </a:prstGeom>
              <a:ln w="19050">
                <a:solidFill>
                  <a:srgbClr val="33548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矩形 32"/>
            <p:cNvSpPr/>
            <p:nvPr/>
          </p:nvSpPr>
          <p:spPr>
            <a:xfrm>
              <a:off x="1513578" y="3079953"/>
              <a:ext cx="1256522" cy="673158"/>
            </a:xfrm>
            <a:prstGeom prst="rect">
              <a:avLst/>
            </a:prstGeom>
            <a:noFill/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735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吸取发射一体</a:t>
              </a:r>
              <a:endParaRPr lang="en-US" altLang="zh-CN" sz="173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减少抓发动作</a:t>
              </a:r>
              <a:endParaRPr lang="zh-CN" altLang="en-US" sz="173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491919" y="3912693"/>
              <a:ext cx="1256522" cy="673157"/>
            </a:xfrm>
            <a:prstGeom prst="rect">
              <a:avLst/>
            </a:prstGeom>
            <a:noFill/>
            <a:ln>
              <a:solidFill>
                <a:srgbClr val="33548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r>
                <a:rPr lang="zh-CN" altLang="en-US" sz="1735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可调角度发射</a:t>
              </a:r>
              <a:endParaRPr lang="en-US" altLang="zh-CN" sz="173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735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减少移动路径</a:t>
              </a:r>
              <a:endParaRPr lang="zh-CN" altLang="en-US" sz="1735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5" name="连接符: 肘形 34"/>
            <p:cNvCxnSpPr>
              <a:stCxn id="37" idx="1"/>
              <a:endCxn id="33" idx="3"/>
            </p:cNvCxnSpPr>
            <p:nvPr/>
          </p:nvCxnSpPr>
          <p:spPr>
            <a:xfrm rot="10800000">
              <a:off x="2770100" y="3416533"/>
              <a:ext cx="297756" cy="416369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3354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符: 肘形 35"/>
            <p:cNvCxnSpPr>
              <a:endCxn id="34" idx="3"/>
            </p:cNvCxnSpPr>
            <p:nvPr/>
          </p:nvCxnSpPr>
          <p:spPr>
            <a:xfrm rot="5400000">
              <a:off x="2624954" y="3956390"/>
              <a:ext cx="416369" cy="169394"/>
            </a:xfrm>
            <a:prstGeom prst="bentConnector2">
              <a:avLst/>
            </a:prstGeom>
            <a:ln w="19050">
              <a:solidFill>
                <a:srgbClr val="33548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BlMjBlMDFhNzE0NDJkNGM2NjYwMzc0NjYzNzk2ZWY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3255</Words>
  <Application>WPS 演示</Application>
  <PresentationFormat>宽屏</PresentationFormat>
  <Paragraphs>384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35" baseType="lpstr">
      <vt:lpstr>Arial</vt:lpstr>
      <vt:lpstr>宋体</vt:lpstr>
      <vt:lpstr>Wingdings</vt:lpstr>
      <vt:lpstr>Calibri</vt:lpstr>
      <vt:lpstr>黑体</vt:lpstr>
      <vt:lpstr>微软雅黑</vt:lpstr>
      <vt:lpstr>Cambria</vt:lpstr>
      <vt:lpstr>Calibri</vt:lpstr>
      <vt:lpstr>Times New Roman</vt:lpstr>
      <vt:lpstr>等线</vt:lpstr>
      <vt:lpstr>Arial Narrow</vt:lpstr>
      <vt:lpstr>仿宋</vt:lpstr>
      <vt:lpstr>Wingdings 2</vt:lpstr>
      <vt:lpstr>华文宋体</vt:lpstr>
      <vt:lpstr>Arial</vt:lpstr>
      <vt:lpstr>Arial Unicode MS</vt:lpstr>
      <vt:lpstr>Office 主题</vt:lpstr>
      <vt:lpstr>Office 主题​​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LINLINTONGXUE</dc:creator>
  <cp:lastModifiedBy>房缸疗险谋</cp:lastModifiedBy>
  <cp:revision>276</cp:revision>
  <dcterms:created xsi:type="dcterms:W3CDTF">2020-11-08T06:50:00Z</dcterms:created>
  <dcterms:modified xsi:type="dcterms:W3CDTF">2025-05-27T04:44:13Z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7A2C525B88F249628544B7CE686B35FF_12</vt:lpwstr>
  </property>
  <property fmtid="{D5CDD505-2E9C-101B-9397-08002B2CF9AE}" pid="3" name="KSOProductBuildVer">
    <vt:lpwstr>2052-12.1.0.21171</vt:lpwstr>
  </property>
</Properties>
</file>